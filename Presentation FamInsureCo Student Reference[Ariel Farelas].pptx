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9"/>
  </p:notesMasterIdLst>
  <p:sldIdLst>
    <p:sldId id="403" r:id="rId2"/>
    <p:sldId id="401" r:id="rId3"/>
    <p:sldId id="407" r:id="rId4"/>
    <p:sldId id="404" r:id="rId5"/>
    <p:sldId id="408" r:id="rId6"/>
    <p:sldId id="406" r:id="rId7"/>
    <p:sldId id="392" r:id="rId8"/>
  </p:sldIdLst>
  <p:sldSz cx="8961438" cy="67214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6B8"/>
    <a:srgbClr val="002C46"/>
    <a:srgbClr val="FDDA95"/>
    <a:srgbClr val="FFFFFF"/>
    <a:srgbClr val="FBC14E"/>
    <a:srgbClr val="EBEEF2"/>
    <a:srgbClr val="AABFD6"/>
    <a:srgbClr val="8497B0"/>
    <a:srgbClr val="657E9D"/>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FD25A7-CBAE-574A-9BE0-D27A91558A1F}" v="23" dt="2025-09-08T04:09:48.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2810" autoAdjust="0"/>
  </p:normalViewPr>
  <p:slideViewPr>
    <p:cSldViewPr snapToGrid="0">
      <p:cViewPr varScale="1">
        <p:scale>
          <a:sx n="151" d="100"/>
          <a:sy n="151" d="100"/>
        </p:scale>
        <p:origin x="24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 Sebastian Farelas Lazaro" userId="1a9187d6-15d9-4228-a7e1-8dd89972ed52" providerId="ADAL" clId="{FA2E4CBD-115D-55B4-B72B-BC8AC780125D}"/>
    <pc:docChg chg="undo custSel modSld">
      <pc:chgData name="Ariel Sebastian Farelas Lazaro" userId="1a9187d6-15d9-4228-a7e1-8dd89972ed52" providerId="ADAL" clId="{FA2E4CBD-115D-55B4-B72B-BC8AC780125D}" dt="2025-09-08T04:10:03.838" v="220" actId="14100"/>
      <pc:docMkLst>
        <pc:docMk/>
      </pc:docMkLst>
      <pc:sldChg chg="addSp delSp modSp mod">
        <pc:chgData name="Ariel Sebastian Farelas Lazaro" userId="1a9187d6-15d9-4228-a7e1-8dd89972ed52" providerId="ADAL" clId="{FA2E4CBD-115D-55B4-B72B-BC8AC780125D}" dt="2025-09-08T04:10:03.838" v="220" actId="14100"/>
        <pc:sldMkLst>
          <pc:docMk/>
          <pc:sldMk cId="2844286603" sldId="392"/>
        </pc:sldMkLst>
        <pc:spChg chg="mod">
          <ac:chgData name="Ariel Sebastian Farelas Lazaro" userId="1a9187d6-15d9-4228-a7e1-8dd89972ed52" providerId="ADAL" clId="{FA2E4CBD-115D-55B4-B72B-BC8AC780125D}" dt="2025-09-08T04:08:29.371" v="209" actId="1076"/>
          <ac:spMkLst>
            <pc:docMk/>
            <pc:sldMk cId="2844286603" sldId="392"/>
            <ac:spMk id="3" creationId="{CD74A4D7-9E42-980E-B4A5-2337B901A491}"/>
          </ac:spMkLst>
        </pc:spChg>
        <pc:spChg chg="del">
          <ac:chgData name="Ariel Sebastian Farelas Lazaro" userId="1a9187d6-15d9-4228-a7e1-8dd89972ed52" providerId="ADAL" clId="{FA2E4CBD-115D-55B4-B72B-BC8AC780125D}" dt="2025-09-08T04:08:25.056" v="208" actId="478"/>
          <ac:spMkLst>
            <pc:docMk/>
            <pc:sldMk cId="2844286603" sldId="392"/>
            <ac:spMk id="4" creationId="{67191C6A-C807-985E-4D34-FF08A8CC0834}"/>
          </ac:spMkLst>
        </pc:spChg>
        <pc:graphicFrameChg chg="add mod">
          <ac:chgData name="Ariel Sebastian Farelas Lazaro" userId="1a9187d6-15d9-4228-a7e1-8dd89972ed52" providerId="ADAL" clId="{FA2E4CBD-115D-55B4-B72B-BC8AC780125D}" dt="2025-09-08T04:09:44.884" v="216"/>
          <ac:graphicFrameMkLst>
            <pc:docMk/>
            <pc:sldMk cId="2844286603" sldId="392"/>
            <ac:graphicFrameMk id="6" creationId="{3AD44D4C-2C5C-C34D-B36B-491202BC43CA}"/>
          </ac:graphicFrameMkLst>
        </pc:graphicFrameChg>
        <pc:picChg chg="add mod">
          <ac:chgData name="Ariel Sebastian Farelas Lazaro" userId="1a9187d6-15d9-4228-a7e1-8dd89972ed52" providerId="ADAL" clId="{FA2E4CBD-115D-55B4-B72B-BC8AC780125D}" dt="2025-09-08T04:09:36.332" v="214" actId="14100"/>
          <ac:picMkLst>
            <pc:docMk/>
            <pc:sldMk cId="2844286603" sldId="392"/>
            <ac:picMk id="5" creationId="{CF7B894F-702E-866A-1088-BAD12CA69362}"/>
          </ac:picMkLst>
        </pc:picChg>
        <pc:picChg chg="add mod">
          <ac:chgData name="Ariel Sebastian Farelas Lazaro" userId="1a9187d6-15d9-4228-a7e1-8dd89972ed52" providerId="ADAL" clId="{FA2E4CBD-115D-55B4-B72B-BC8AC780125D}" dt="2025-09-08T04:10:03.838" v="220" actId="14100"/>
          <ac:picMkLst>
            <pc:docMk/>
            <pc:sldMk cId="2844286603" sldId="392"/>
            <ac:picMk id="8" creationId="{B2DB9F98-6E76-0488-0109-8DCE87A57FDE}"/>
          </ac:picMkLst>
        </pc:picChg>
        <pc:picChg chg="del">
          <ac:chgData name="Ariel Sebastian Farelas Lazaro" userId="1a9187d6-15d9-4228-a7e1-8dd89972ed52" providerId="ADAL" clId="{FA2E4CBD-115D-55B4-B72B-BC8AC780125D}" dt="2025-09-08T04:09:30.589" v="212" actId="478"/>
          <ac:picMkLst>
            <pc:docMk/>
            <pc:sldMk cId="2844286603" sldId="392"/>
            <ac:picMk id="9" creationId="{FF805437-628C-CB37-ADB3-FEF194ACC5AA}"/>
          </ac:picMkLst>
        </pc:picChg>
      </pc:sldChg>
      <pc:sldChg chg="addSp delSp modSp mod">
        <pc:chgData name="Ariel Sebastian Farelas Lazaro" userId="1a9187d6-15d9-4228-a7e1-8dd89972ed52" providerId="ADAL" clId="{FA2E4CBD-115D-55B4-B72B-BC8AC780125D}" dt="2025-09-08T03:43:56.746" v="95" actId="1076"/>
        <pc:sldMkLst>
          <pc:docMk/>
          <pc:sldMk cId="1167718647" sldId="401"/>
        </pc:sldMkLst>
        <pc:spChg chg="mod">
          <ac:chgData name="Ariel Sebastian Farelas Lazaro" userId="1a9187d6-15d9-4228-a7e1-8dd89972ed52" providerId="ADAL" clId="{FA2E4CBD-115D-55B4-B72B-BC8AC780125D}" dt="2025-09-08T03:40:38.388" v="82" actId="1076"/>
          <ac:spMkLst>
            <pc:docMk/>
            <pc:sldMk cId="1167718647" sldId="401"/>
            <ac:spMk id="4" creationId="{2D7BA893-6578-82B6-45A9-58061082403C}"/>
          </ac:spMkLst>
        </pc:spChg>
        <pc:spChg chg="del">
          <ac:chgData name="Ariel Sebastian Farelas Lazaro" userId="1a9187d6-15d9-4228-a7e1-8dd89972ed52" providerId="ADAL" clId="{FA2E4CBD-115D-55B4-B72B-BC8AC780125D}" dt="2025-09-08T03:40:34.369" v="81" actId="478"/>
          <ac:spMkLst>
            <pc:docMk/>
            <pc:sldMk cId="1167718647" sldId="401"/>
            <ac:spMk id="7" creationId="{4E91E05E-9248-FD18-5AEB-6C57A37A6243}"/>
          </ac:spMkLst>
        </pc:spChg>
        <pc:spChg chg="add del">
          <ac:chgData name="Ariel Sebastian Farelas Lazaro" userId="1a9187d6-15d9-4228-a7e1-8dd89972ed52" providerId="ADAL" clId="{FA2E4CBD-115D-55B4-B72B-BC8AC780125D}" dt="2025-09-08T03:43:45.971" v="93" actId="22"/>
          <ac:spMkLst>
            <pc:docMk/>
            <pc:sldMk cId="1167718647" sldId="401"/>
            <ac:spMk id="10" creationId="{6FAC7F95-6753-2E82-4349-721C4A50F73F}"/>
          </ac:spMkLst>
        </pc:spChg>
        <pc:graphicFrameChg chg="add mod">
          <ac:chgData name="Ariel Sebastian Farelas Lazaro" userId="1a9187d6-15d9-4228-a7e1-8dd89972ed52" providerId="ADAL" clId="{FA2E4CBD-115D-55B4-B72B-BC8AC780125D}" dt="2025-09-08T03:42:24.203" v="85"/>
          <ac:graphicFrameMkLst>
            <pc:docMk/>
            <pc:sldMk cId="1167718647" sldId="401"/>
            <ac:graphicFrameMk id="3" creationId="{D5EA787B-A62D-B964-D031-DCF454EA65AC}"/>
          </ac:graphicFrameMkLst>
        </pc:graphicFrameChg>
        <pc:picChg chg="add del mod">
          <ac:chgData name="Ariel Sebastian Farelas Lazaro" userId="1a9187d6-15d9-4228-a7e1-8dd89972ed52" providerId="ADAL" clId="{FA2E4CBD-115D-55B4-B72B-BC8AC780125D}" dt="2025-09-08T03:43:40.399" v="90" actId="478"/>
          <ac:picMkLst>
            <pc:docMk/>
            <pc:sldMk cId="1167718647" sldId="401"/>
            <ac:picMk id="5" creationId="{9631EB57-C5B8-4C8A-AD1C-68B5B9552761}"/>
          </ac:picMkLst>
        </pc:picChg>
        <pc:picChg chg="add mod">
          <ac:chgData name="Ariel Sebastian Farelas Lazaro" userId="1a9187d6-15d9-4228-a7e1-8dd89972ed52" providerId="ADAL" clId="{FA2E4CBD-115D-55B4-B72B-BC8AC780125D}" dt="2025-09-08T03:43:02.597" v="89" actId="1076"/>
          <ac:picMkLst>
            <pc:docMk/>
            <pc:sldMk cId="1167718647" sldId="401"/>
            <ac:picMk id="8" creationId="{CB8052F9-8EA3-B733-99EB-597699AF36B2}"/>
          </ac:picMkLst>
        </pc:picChg>
        <pc:picChg chg="add mod">
          <ac:chgData name="Ariel Sebastian Farelas Lazaro" userId="1a9187d6-15d9-4228-a7e1-8dd89972ed52" providerId="ADAL" clId="{FA2E4CBD-115D-55B4-B72B-BC8AC780125D}" dt="2025-09-08T03:43:56.746" v="95" actId="1076"/>
          <ac:picMkLst>
            <pc:docMk/>
            <pc:sldMk cId="1167718647" sldId="401"/>
            <ac:picMk id="12" creationId="{3CFBF093-860C-2D2C-2CEF-B9227E8BD744}"/>
          </ac:picMkLst>
        </pc:picChg>
      </pc:sldChg>
      <pc:sldChg chg="addSp delSp modSp mod">
        <pc:chgData name="Ariel Sebastian Farelas Lazaro" userId="1a9187d6-15d9-4228-a7e1-8dd89972ed52" providerId="ADAL" clId="{FA2E4CBD-115D-55B4-B72B-BC8AC780125D}" dt="2025-09-08T03:58:53.821" v="163" actId="20577"/>
        <pc:sldMkLst>
          <pc:docMk/>
          <pc:sldMk cId="2535748033" sldId="403"/>
        </pc:sldMkLst>
        <pc:spChg chg="mod">
          <ac:chgData name="Ariel Sebastian Farelas Lazaro" userId="1a9187d6-15d9-4228-a7e1-8dd89972ed52" providerId="ADAL" clId="{FA2E4CBD-115D-55B4-B72B-BC8AC780125D}" dt="2025-09-08T03:58:53.821" v="163" actId="20577"/>
          <ac:spMkLst>
            <pc:docMk/>
            <pc:sldMk cId="2535748033" sldId="403"/>
            <ac:spMk id="2" creationId="{F0E37C96-13BD-4F0C-B379-77591A183D9B}"/>
          </ac:spMkLst>
        </pc:spChg>
        <pc:spChg chg="del">
          <ac:chgData name="Ariel Sebastian Farelas Lazaro" userId="1a9187d6-15d9-4228-a7e1-8dd89972ed52" providerId="ADAL" clId="{FA2E4CBD-115D-55B4-B72B-BC8AC780125D}" dt="2025-09-08T03:32:20.423" v="0" actId="478"/>
          <ac:spMkLst>
            <pc:docMk/>
            <pc:sldMk cId="2535748033" sldId="403"/>
            <ac:spMk id="3" creationId="{8C28660D-33F8-552E-620E-83E6830ABAA0}"/>
          </ac:spMkLst>
        </pc:spChg>
        <pc:spChg chg="mod">
          <ac:chgData name="Ariel Sebastian Farelas Lazaro" userId="1a9187d6-15d9-4228-a7e1-8dd89972ed52" providerId="ADAL" clId="{FA2E4CBD-115D-55B4-B72B-BC8AC780125D}" dt="2025-09-08T03:32:24.076" v="1" actId="1076"/>
          <ac:spMkLst>
            <pc:docMk/>
            <pc:sldMk cId="2535748033" sldId="403"/>
            <ac:spMk id="7" creationId="{403BC95B-8BF8-BA75-CF95-55DE3E95D4AD}"/>
          </ac:spMkLst>
        </pc:spChg>
        <pc:graphicFrameChg chg="del">
          <ac:chgData name="Ariel Sebastian Farelas Lazaro" userId="1a9187d6-15d9-4228-a7e1-8dd89972ed52" providerId="ADAL" clId="{FA2E4CBD-115D-55B4-B72B-BC8AC780125D}" dt="2025-09-08T03:34:00.620" v="17" actId="478"/>
          <ac:graphicFrameMkLst>
            <pc:docMk/>
            <pc:sldMk cId="2535748033" sldId="403"/>
            <ac:graphicFrameMk id="5" creationId="{F36245C3-EEB9-DD02-0936-66647C76B5CC}"/>
          </ac:graphicFrameMkLst>
        </pc:graphicFrameChg>
        <pc:graphicFrameChg chg="add del mod">
          <ac:chgData name="Ariel Sebastian Farelas Lazaro" userId="1a9187d6-15d9-4228-a7e1-8dd89972ed52" providerId="ADAL" clId="{FA2E4CBD-115D-55B4-B72B-BC8AC780125D}" dt="2025-09-08T03:33:05.628" v="7" actId="478"/>
          <ac:graphicFrameMkLst>
            <pc:docMk/>
            <pc:sldMk cId="2535748033" sldId="403"/>
            <ac:graphicFrameMk id="6" creationId="{792472CB-658B-4A43-D728-1608B38B4279}"/>
          </ac:graphicFrameMkLst>
        </pc:graphicFrameChg>
        <pc:graphicFrameChg chg="add mod">
          <ac:chgData name="Ariel Sebastian Farelas Lazaro" userId="1a9187d6-15d9-4228-a7e1-8dd89972ed52" providerId="ADAL" clId="{FA2E4CBD-115D-55B4-B72B-BC8AC780125D}" dt="2025-09-08T03:33:37.797" v="14"/>
          <ac:graphicFrameMkLst>
            <pc:docMk/>
            <pc:sldMk cId="2535748033" sldId="403"/>
            <ac:graphicFrameMk id="9" creationId="{C346D84E-B708-8A41-8F20-5E072F90BBD7}"/>
          </ac:graphicFrameMkLst>
        </pc:graphicFrameChg>
        <pc:picChg chg="add mod">
          <ac:chgData name="Ariel Sebastian Farelas Lazaro" userId="1a9187d6-15d9-4228-a7e1-8dd89972ed52" providerId="ADAL" clId="{FA2E4CBD-115D-55B4-B72B-BC8AC780125D}" dt="2025-09-08T03:34:17.699" v="22" actId="1076"/>
          <ac:picMkLst>
            <pc:docMk/>
            <pc:sldMk cId="2535748033" sldId="403"/>
            <ac:picMk id="8" creationId="{12324350-222D-D951-F62A-0ABE161736BB}"/>
          </ac:picMkLst>
        </pc:picChg>
        <pc:picChg chg="add mod">
          <ac:chgData name="Ariel Sebastian Farelas Lazaro" userId="1a9187d6-15d9-4228-a7e1-8dd89972ed52" providerId="ADAL" clId="{FA2E4CBD-115D-55B4-B72B-BC8AC780125D}" dt="2025-09-08T03:34:04.832" v="18" actId="1076"/>
          <ac:picMkLst>
            <pc:docMk/>
            <pc:sldMk cId="2535748033" sldId="403"/>
            <ac:picMk id="10" creationId="{8F36667B-DA68-4F2B-9983-D97F446E6264}"/>
          </ac:picMkLst>
        </pc:picChg>
      </pc:sldChg>
      <pc:sldChg chg="addSp delSp modSp mod">
        <pc:chgData name="Ariel Sebastian Farelas Lazaro" userId="1a9187d6-15d9-4228-a7e1-8dd89972ed52" providerId="ADAL" clId="{FA2E4CBD-115D-55B4-B72B-BC8AC780125D}" dt="2025-09-08T03:57:21.095" v="154" actId="20577"/>
        <pc:sldMkLst>
          <pc:docMk/>
          <pc:sldMk cId="2537897374" sldId="404"/>
        </pc:sldMkLst>
        <pc:spChg chg="mod">
          <ac:chgData name="Ariel Sebastian Farelas Lazaro" userId="1a9187d6-15d9-4228-a7e1-8dd89972ed52" providerId="ADAL" clId="{FA2E4CBD-115D-55B4-B72B-BC8AC780125D}" dt="2025-09-08T03:57:21.095" v="154" actId="20577"/>
          <ac:spMkLst>
            <pc:docMk/>
            <pc:sldMk cId="2537897374" sldId="404"/>
            <ac:spMk id="2" creationId="{F0E37C96-13BD-4F0C-B379-77591A183D9B}"/>
          </ac:spMkLst>
        </pc:spChg>
        <pc:spChg chg="mod">
          <ac:chgData name="Ariel Sebastian Farelas Lazaro" userId="1a9187d6-15d9-4228-a7e1-8dd89972ed52" providerId="ADAL" clId="{FA2E4CBD-115D-55B4-B72B-BC8AC780125D}" dt="2025-09-08T03:47:42.977" v="111" actId="1076"/>
          <ac:spMkLst>
            <pc:docMk/>
            <pc:sldMk cId="2537897374" sldId="404"/>
            <ac:spMk id="3" creationId="{940D34B8-FD75-9012-0078-8B583ADDC9FE}"/>
          </ac:spMkLst>
        </pc:spChg>
        <pc:spChg chg="del">
          <ac:chgData name="Ariel Sebastian Farelas Lazaro" userId="1a9187d6-15d9-4228-a7e1-8dd89972ed52" providerId="ADAL" clId="{FA2E4CBD-115D-55B4-B72B-BC8AC780125D}" dt="2025-09-08T03:47:38.510" v="110" actId="478"/>
          <ac:spMkLst>
            <pc:docMk/>
            <pc:sldMk cId="2537897374" sldId="404"/>
            <ac:spMk id="4" creationId="{0C4046BA-BDF2-99D8-4061-6313DBCF4209}"/>
          </ac:spMkLst>
        </pc:spChg>
        <pc:picChg chg="add mod">
          <ac:chgData name="Ariel Sebastian Farelas Lazaro" userId="1a9187d6-15d9-4228-a7e1-8dd89972ed52" providerId="ADAL" clId="{FA2E4CBD-115D-55B4-B72B-BC8AC780125D}" dt="2025-09-08T03:50:59.085" v="115" actId="1076"/>
          <ac:picMkLst>
            <pc:docMk/>
            <pc:sldMk cId="2537897374" sldId="404"/>
            <ac:picMk id="5" creationId="{CDE4F451-2F80-4FC3-07F9-098BEFC1FBA5}"/>
          </ac:picMkLst>
        </pc:picChg>
        <pc:picChg chg="add mod">
          <ac:chgData name="Ariel Sebastian Farelas Lazaro" userId="1a9187d6-15d9-4228-a7e1-8dd89972ed52" providerId="ADAL" clId="{FA2E4CBD-115D-55B4-B72B-BC8AC780125D}" dt="2025-09-08T03:51:15.798" v="133" actId="1035"/>
          <ac:picMkLst>
            <pc:docMk/>
            <pc:sldMk cId="2537897374" sldId="404"/>
            <ac:picMk id="7" creationId="{839F76C6-FAD9-030A-03C3-A53D8AE018C3}"/>
          </ac:picMkLst>
        </pc:picChg>
        <pc:picChg chg="del">
          <ac:chgData name="Ariel Sebastian Farelas Lazaro" userId="1a9187d6-15d9-4228-a7e1-8dd89972ed52" providerId="ADAL" clId="{FA2E4CBD-115D-55B4-B72B-BC8AC780125D}" dt="2025-09-08T03:50:54.274" v="114" actId="478"/>
          <ac:picMkLst>
            <pc:docMk/>
            <pc:sldMk cId="2537897374" sldId="404"/>
            <ac:picMk id="12" creationId="{D2226B81-400A-E3EB-CECE-3A88E7009E8C}"/>
          </ac:picMkLst>
        </pc:picChg>
      </pc:sldChg>
      <pc:sldChg chg="addSp delSp modSp mod">
        <pc:chgData name="Ariel Sebastian Farelas Lazaro" userId="1a9187d6-15d9-4228-a7e1-8dd89972ed52" providerId="ADAL" clId="{FA2E4CBD-115D-55B4-B72B-BC8AC780125D}" dt="2025-09-08T04:07:44.525" v="207" actId="20577"/>
        <pc:sldMkLst>
          <pc:docMk/>
          <pc:sldMk cId="3580879129" sldId="406"/>
        </pc:sldMkLst>
        <pc:spChg chg="mod">
          <ac:chgData name="Ariel Sebastian Farelas Lazaro" userId="1a9187d6-15d9-4228-a7e1-8dd89972ed52" providerId="ADAL" clId="{FA2E4CBD-115D-55B4-B72B-BC8AC780125D}" dt="2025-09-08T04:07:44.525" v="207" actId="20577"/>
          <ac:spMkLst>
            <pc:docMk/>
            <pc:sldMk cId="3580879129" sldId="406"/>
            <ac:spMk id="2" creationId="{F0E37C96-13BD-4F0C-B379-77591A183D9B}"/>
          </ac:spMkLst>
        </pc:spChg>
        <pc:spChg chg="mod">
          <ac:chgData name="Ariel Sebastian Farelas Lazaro" userId="1a9187d6-15d9-4228-a7e1-8dd89972ed52" providerId="ADAL" clId="{FA2E4CBD-115D-55B4-B72B-BC8AC780125D}" dt="2025-09-08T04:02:56.095" v="177" actId="1076"/>
          <ac:spMkLst>
            <pc:docMk/>
            <pc:sldMk cId="3580879129" sldId="406"/>
            <ac:spMk id="3" creationId="{24C6D361-D7F2-5843-945B-DDB208B365AA}"/>
          </ac:spMkLst>
        </pc:spChg>
        <pc:spChg chg="del">
          <ac:chgData name="Ariel Sebastian Farelas Lazaro" userId="1a9187d6-15d9-4228-a7e1-8dd89972ed52" providerId="ADAL" clId="{FA2E4CBD-115D-55B4-B72B-BC8AC780125D}" dt="2025-09-08T04:02:52.535" v="176" actId="478"/>
          <ac:spMkLst>
            <pc:docMk/>
            <pc:sldMk cId="3580879129" sldId="406"/>
            <ac:spMk id="4" creationId="{2C9B2E23-2BF5-CE5B-B5C5-0F6E10A1A778}"/>
          </ac:spMkLst>
        </pc:spChg>
        <pc:graphicFrameChg chg="del">
          <ac:chgData name="Ariel Sebastian Farelas Lazaro" userId="1a9187d6-15d9-4228-a7e1-8dd89972ed52" providerId="ADAL" clId="{FA2E4CBD-115D-55B4-B72B-BC8AC780125D}" dt="2025-09-08T04:03:36.516" v="180" actId="478"/>
          <ac:graphicFrameMkLst>
            <pc:docMk/>
            <pc:sldMk cId="3580879129" sldId="406"/>
            <ac:graphicFrameMk id="7" creationId="{82110A57-3EF1-7D5F-0629-7432865833B2}"/>
          </ac:graphicFrameMkLst>
        </pc:graphicFrameChg>
        <pc:picChg chg="add mod">
          <ac:chgData name="Ariel Sebastian Farelas Lazaro" userId="1a9187d6-15d9-4228-a7e1-8dd89972ed52" providerId="ADAL" clId="{FA2E4CBD-115D-55B4-B72B-BC8AC780125D}" dt="2025-09-08T04:03:47.940" v="181" actId="1076"/>
          <ac:picMkLst>
            <pc:docMk/>
            <pc:sldMk cId="3580879129" sldId="406"/>
            <ac:picMk id="5" creationId="{C52CA5E3-87A6-FC83-BEA7-FE33689D98D8}"/>
          </ac:picMkLst>
        </pc:picChg>
      </pc:sldChg>
      <pc:sldChg chg="addSp delSp modSp mod">
        <pc:chgData name="Ariel Sebastian Farelas Lazaro" userId="1a9187d6-15d9-4228-a7e1-8dd89972ed52" providerId="ADAL" clId="{FA2E4CBD-115D-55B4-B72B-BC8AC780125D}" dt="2025-09-08T03:46:56.054" v="109" actId="1076"/>
        <pc:sldMkLst>
          <pc:docMk/>
          <pc:sldMk cId="1136814506" sldId="407"/>
        </pc:sldMkLst>
        <pc:spChg chg="mod">
          <ac:chgData name="Ariel Sebastian Farelas Lazaro" userId="1a9187d6-15d9-4228-a7e1-8dd89972ed52" providerId="ADAL" clId="{FA2E4CBD-115D-55B4-B72B-BC8AC780125D}" dt="2025-09-08T03:45:37.720" v="97" actId="1076"/>
          <ac:spMkLst>
            <pc:docMk/>
            <pc:sldMk cId="1136814506" sldId="407"/>
            <ac:spMk id="3" creationId="{67740BBC-47E1-3A15-172C-AB6AFDF909A9}"/>
          </ac:spMkLst>
        </pc:spChg>
        <pc:spChg chg="del">
          <ac:chgData name="Ariel Sebastian Farelas Lazaro" userId="1a9187d6-15d9-4228-a7e1-8dd89972ed52" providerId="ADAL" clId="{FA2E4CBD-115D-55B4-B72B-BC8AC780125D}" dt="2025-09-08T03:45:33.618" v="96" actId="478"/>
          <ac:spMkLst>
            <pc:docMk/>
            <pc:sldMk cId="1136814506" sldId="407"/>
            <ac:spMk id="4" creationId="{9896449D-79D6-22C4-BD87-F0E35DF5EF98}"/>
          </ac:spMkLst>
        </pc:spChg>
        <pc:picChg chg="add mod">
          <ac:chgData name="Ariel Sebastian Farelas Lazaro" userId="1a9187d6-15d9-4228-a7e1-8dd89972ed52" providerId="ADAL" clId="{FA2E4CBD-115D-55B4-B72B-BC8AC780125D}" dt="2025-09-08T03:46:22.278" v="103" actId="14100"/>
          <ac:picMkLst>
            <pc:docMk/>
            <pc:sldMk cId="1136814506" sldId="407"/>
            <ac:picMk id="5" creationId="{D8823810-AE8F-70EC-B084-77C5585A0248}"/>
          </ac:picMkLst>
        </pc:picChg>
        <pc:picChg chg="del">
          <ac:chgData name="Ariel Sebastian Farelas Lazaro" userId="1a9187d6-15d9-4228-a7e1-8dd89972ed52" providerId="ADAL" clId="{FA2E4CBD-115D-55B4-B72B-BC8AC780125D}" dt="2025-09-08T03:46:16.129" v="101" actId="478"/>
          <ac:picMkLst>
            <pc:docMk/>
            <pc:sldMk cId="1136814506" sldId="407"/>
            <ac:picMk id="7" creationId="{AC5484E2-EE6F-4FCF-ED91-AEC54ACE1E4F}"/>
          </ac:picMkLst>
        </pc:picChg>
        <pc:picChg chg="add mod">
          <ac:chgData name="Ariel Sebastian Farelas Lazaro" userId="1a9187d6-15d9-4228-a7e1-8dd89972ed52" providerId="ADAL" clId="{FA2E4CBD-115D-55B4-B72B-BC8AC780125D}" dt="2025-09-08T03:46:56.054" v="109" actId="1076"/>
          <ac:picMkLst>
            <pc:docMk/>
            <pc:sldMk cId="1136814506" sldId="407"/>
            <ac:picMk id="8" creationId="{57FE7FDB-BE4A-A451-4AA0-5404CEDB2C64}"/>
          </ac:picMkLst>
        </pc:picChg>
      </pc:sldChg>
      <pc:sldChg chg="addSp delSp modSp mod">
        <pc:chgData name="Ariel Sebastian Farelas Lazaro" userId="1a9187d6-15d9-4228-a7e1-8dd89972ed52" providerId="ADAL" clId="{FA2E4CBD-115D-55B4-B72B-BC8AC780125D}" dt="2025-09-08T04:01:11.374" v="175" actId="1076"/>
        <pc:sldMkLst>
          <pc:docMk/>
          <pc:sldMk cId="595327848" sldId="408"/>
        </pc:sldMkLst>
        <pc:spChg chg="mod">
          <ac:chgData name="Ariel Sebastian Farelas Lazaro" userId="1a9187d6-15d9-4228-a7e1-8dd89972ed52" providerId="ADAL" clId="{FA2E4CBD-115D-55B4-B72B-BC8AC780125D}" dt="2025-09-08T03:59:16.399" v="165" actId="1076"/>
          <ac:spMkLst>
            <pc:docMk/>
            <pc:sldMk cId="595327848" sldId="408"/>
            <ac:spMk id="3" creationId="{940D34B8-FD75-9012-0078-8B583ADDC9FE}"/>
          </ac:spMkLst>
        </pc:spChg>
        <pc:spChg chg="del">
          <ac:chgData name="Ariel Sebastian Farelas Lazaro" userId="1a9187d6-15d9-4228-a7e1-8dd89972ed52" providerId="ADAL" clId="{FA2E4CBD-115D-55B4-B72B-BC8AC780125D}" dt="2025-09-08T03:59:13.146" v="164" actId="478"/>
          <ac:spMkLst>
            <pc:docMk/>
            <pc:sldMk cId="595327848" sldId="408"/>
            <ac:spMk id="4" creationId="{0C4046BA-BDF2-99D8-4061-6313DBCF4209}"/>
          </ac:spMkLst>
        </pc:spChg>
        <pc:picChg chg="del">
          <ac:chgData name="Ariel Sebastian Farelas Lazaro" userId="1a9187d6-15d9-4228-a7e1-8dd89972ed52" providerId="ADAL" clId="{FA2E4CBD-115D-55B4-B72B-BC8AC780125D}" dt="2025-09-08T04:00:40.329" v="168" actId="478"/>
          <ac:picMkLst>
            <pc:docMk/>
            <pc:sldMk cId="595327848" sldId="408"/>
            <ac:picMk id="5" creationId="{AD5E6EB0-63D4-EB0F-9E31-724D4BD8DC4D}"/>
          </ac:picMkLst>
        </pc:picChg>
        <pc:picChg chg="add mod">
          <ac:chgData name="Ariel Sebastian Farelas Lazaro" userId="1a9187d6-15d9-4228-a7e1-8dd89972ed52" providerId="ADAL" clId="{FA2E4CBD-115D-55B4-B72B-BC8AC780125D}" dt="2025-09-08T04:01:11.374" v="175" actId="1076"/>
          <ac:picMkLst>
            <pc:docMk/>
            <pc:sldMk cId="595327848" sldId="408"/>
            <ac:picMk id="7" creationId="{3C194061-496D-B555-4300-2DD8A573D0ED}"/>
          </ac:picMkLst>
        </pc:picChg>
        <pc:picChg chg="add mod">
          <ac:chgData name="Ariel Sebastian Farelas Lazaro" userId="1a9187d6-15d9-4228-a7e1-8dd89972ed52" providerId="ADAL" clId="{FA2E4CBD-115D-55B4-B72B-BC8AC780125D}" dt="2025-09-08T04:01:11.374" v="175" actId="1076"/>
          <ac:picMkLst>
            <pc:docMk/>
            <pc:sldMk cId="595327848" sldId="408"/>
            <ac:picMk id="8" creationId="{B7352CC4-0299-C134-4ED0-0B7ED2FF5F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2C4C2-2D36-4DCE-92DC-7F8FD612207D}" type="datetimeFigureOut">
              <a:rPr lang="en-AU" smtClean="0"/>
              <a:t>7/9/2025</a:t>
            </a:fld>
            <a:endParaRPr lang="en-AU"/>
          </a:p>
        </p:txBody>
      </p:sp>
      <p:sp>
        <p:nvSpPr>
          <p:cNvPr id="4" name="Slide Image Placeholder 3"/>
          <p:cNvSpPr>
            <a:spLocks noGrp="1" noRot="1" noChangeAspect="1"/>
          </p:cNvSpPr>
          <p:nvPr>
            <p:ph type="sldImg" idx="2"/>
          </p:nvPr>
        </p:nvSpPr>
        <p:spPr>
          <a:xfrm>
            <a:off x="1373188" y="1143000"/>
            <a:ext cx="41116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352E8-A3D8-466D-9C64-BEFAB9E6BDD7}" type="slidenum">
              <a:rPr lang="en-AU" smtClean="0"/>
              <a:t>‹#›</a:t>
            </a:fld>
            <a:endParaRPr lang="en-AU"/>
          </a:p>
        </p:txBody>
      </p:sp>
    </p:spTree>
    <p:extLst>
      <p:ext uri="{BB962C8B-B14F-4D97-AF65-F5344CB8AC3E}">
        <p14:creationId xmlns:p14="http://schemas.microsoft.com/office/powerpoint/2010/main" val="2534567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419640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Working Draft Text" hidden="1"/>
          <p:cNvSpPr txBox="1">
            <a:spLocks noChangeArrowheads="1"/>
          </p:cNvSpPr>
          <p:nvPr/>
        </p:nvSpPr>
        <p:spPr bwMode="ltGray">
          <a:xfrm>
            <a:off x="4030876" y="132157"/>
            <a:ext cx="88165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1" baseline="0" noProof="0" dirty="0">
                <a:solidFill>
                  <a:schemeClr val="tx1"/>
                </a:solidFill>
                <a:latin typeface="+mn-lt"/>
                <a:ea typeface="Arial Unicode MS" pitchFamily="34" charset="-128"/>
                <a:cs typeface="Arial Unicode MS" pitchFamily="34" charset="-128"/>
              </a:rPr>
              <a:t>WORKING DRAFT</a:t>
            </a:r>
          </a:p>
        </p:txBody>
      </p:sp>
      <p:sp>
        <p:nvSpPr>
          <p:cNvPr id="7" name="Printed" hidden="1"/>
          <p:cNvSpPr txBox="1">
            <a:spLocks noChangeArrowheads="1"/>
          </p:cNvSpPr>
          <p:nvPr/>
        </p:nvSpPr>
        <p:spPr bwMode="ltGray">
          <a:xfrm>
            <a:off x="4030876" y="436846"/>
            <a:ext cx="218970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aseline="0" noProof="0">
                <a:solidFill>
                  <a:schemeClr val="tx1"/>
                </a:solidFill>
                <a:latin typeface="+mn-lt"/>
                <a:ea typeface="Arial Unicode MS" pitchFamily="34" charset="-128"/>
                <a:cs typeface="Arial Unicode MS" pitchFamily="34" charset="-128"/>
              </a:rPr>
              <a:t>Printed 2/27/2017 7:03 AM India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6" name="Working Draft" hidden="1"/>
          <p:cNvSpPr txBox="1">
            <a:spLocks noChangeArrowheads="1"/>
          </p:cNvSpPr>
          <p:nvPr/>
        </p:nvSpPr>
        <p:spPr bwMode="ltGray">
          <a:xfrm>
            <a:off x="4030876" y="277771"/>
            <a:ext cx="292227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800" baseline="0" noProof="0">
                <a:solidFill>
                  <a:schemeClr val="tx1"/>
                </a:solidFill>
                <a:latin typeface="+mn-lt"/>
                <a:ea typeface="Arial Unicode MS" pitchFamily="34" charset="-128"/>
                <a:cs typeface="Arial Unicode MS" pitchFamily="34" charset="-128"/>
              </a:rPr>
              <a:t>Last Modified 10/03/2017 4:54 PM W. Australia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9" name="Document type" hidden="1"/>
          <p:cNvSpPr txBox="1">
            <a:spLocks noChangeArrowheads="1"/>
          </p:cNvSpPr>
          <p:nvPr/>
        </p:nvSpPr>
        <p:spPr bwMode="ltGray">
          <a:xfrm>
            <a:off x="4030876" y="5305595"/>
            <a:ext cx="4769712"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00" baseline="0" noProof="0" dirty="0">
                <a:solidFill>
                  <a:schemeClr val="tx1"/>
                </a:solidFill>
                <a:latin typeface="+mn-lt"/>
              </a:rPr>
              <a:t>Document type | Date</a:t>
            </a:r>
          </a:p>
        </p:txBody>
      </p:sp>
      <p:sp>
        <p:nvSpPr>
          <p:cNvPr id="19" name="doc id"/>
          <p:cNvSpPr>
            <a:spLocks noChangeArrowheads="1"/>
          </p:cNvSpPr>
          <p:nvPr userDrawn="1">
            <p:custDataLst>
              <p:tags r:id="rId2"/>
            </p:custDataLst>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bg1"/>
              </a:solidFill>
              <a:latin typeface="+mn-lt"/>
              <a:ea typeface="+mn-ea"/>
            </a:endParaRPr>
          </a:p>
        </p:txBody>
      </p:sp>
      <p:sp>
        <p:nvSpPr>
          <p:cNvPr id="13314" name="Rectangle 1026"/>
          <p:cNvSpPr>
            <a:spLocks noGrp="1" noChangeArrowheads="1"/>
          </p:cNvSpPr>
          <p:nvPr>
            <p:ph type="ctrTitle"/>
          </p:nvPr>
        </p:nvSpPr>
        <p:spPr bwMode="ltGray">
          <a:xfrm>
            <a:off x="4030876" y="650494"/>
            <a:ext cx="4769711" cy="984885"/>
          </a:xfrm>
          <a:prstGeom prst="rect">
            <a:avLst/>
          </a:prstGeom>
        </p:spPr>
        <p:txBody>
          <a:bodyPr wrap="square">
            <a:spAutoFit/>
          </a:bodyPr>
          <a:lstStyle>
            <a:lvl1pPr>
              <a:defRPr sz="3200" b="0" baseline="0">
                <a:solidFill>
                  <a:schemeClr val="tx1"/>
                </a:solidFill>
                <a:latin typeface="+mj-lt"/>
                <a:ea typeface="Arial Unicode MS" pitchFamily="34" charset="-128"/>
                <a:cs typeface="Arial Unicode MS" pitchFamily="34" charset="-128"/>
              </a:defRPr>
            </a:lvl1pPr>
          </a:lstStyle>
          <a:p>
            <a:pPr lvl="0"/>
            <a:r>
              <a:rPr lang="en-US" noProof="0"/>
              <a:t>Click to edit Master title style</a:t>
            </a:r>
            <a:endParaRPr lang="en-US" noProof="0" dirty="0"/>
          </a:p>
        </p:txBody>
      </p:sp>
      <p:sp>
        <p:nvSpPr>
          <p:cNvPr id="13315" name="Rectangle 1027"/>
          <p:cNvSpPr>
            <a:spLocks noGrp="1" noChangeArrowheads="1"/>
          </p:cNvSpPr>
          <p:nvPr>
            <p:ph type="subTitle" idx="1"/>
          </p:nvPr>
        </p:nvSpPr>
        <p:spPr bwMode="ltGray">
          <a:xfrm>
            <a:off x="4030876" y="1887470"/>
            <a:ext cx="4769712" cy="215444"/>
          </a:xfrm>
        </p:spPr>
        <p:txBody>
          <a:bodyPr wrap="square">
            <a:spAutoFit/>
          </a:bodyPr>
          <a:lstStyle>
            <a:lvl1pPr>
              <a:defRPr sz="1400" cap="none" baseline="0">
                <a:solidFill>
                  <a:schemeClr val="tx1"/>
                </a:solidFill>
                <a:latin typeface="+mj-lt"/>
                <a:ea typeface="Arial Unicode MS" pitchFamily="34" charset="-128"/>
                <a:cs typeface="Arial Unicode MS" pitchFamily="34" charset="-128"/>
              </a:defRPr>
            </a:lvl1pPr>
          </a:lstStyle>
          <a:p>
            <a:pPr lvl="0"/>
            <a:r>
              <a:rPr lang="en-US" noProof="0"/>
              <a:t>Click to edit Master subtitle style</a:t>
            </a:r>
            <a:endParaRPr lang="en-US" noProof="0" dirty="0"/>
          </a:p>
        </p:txBody>
      </p:sp>
      <p:sp>
        <p:nvSpPr>
          <p:cNvPr id="20" name="Rectangle 19"/>
          <p:cNvSpPr/>
          <p:nvPr userDrawn="1"/>
        </p:nvSpPr>
        <p:spPr bwMode="ltGray">
          <a:xfrm>
            <a:off x="3175" y="6233824"/>
            <a:ext cx="8958263" cy="48765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2" name="Rectangle 11"/>
          <p:cNvSpPr/>
          <p:nvPr userDrawn="1"/>
        </p:nvSpPr>
        <p:spPr bwMode="ltGray">
          <a:xfrm>
            <a:off x="0" y="6187568"/>
            <a:ext cx="8961438" cy="45719"/>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11186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2. Slide Title"/>
          <p:cNvSpPr>
            <a:spLocks noGrp="1"/>
          </p:cNvSpPr>
          <p:nvPr>
            <p:ph type="title"/>
          </p:nvPr>
        </p:nvSpPr>
        <p:spPr bwMode="auto"/>
        <p:txBody>
          <a:bodyPr/>
          <a:lstStyle>
            <a:lvl1pPr>
              <a:defRPr>
                <a:latin typeface="+mj-lt"/>
                <a:ea typeface="Arial Unicode MS" pitchFamily="34" charset="-128"/>
                <a:cs typeface="Arial Unicode MS" pitchFamily="34" charset="-128"/>
              </a:defRPr>
            </a:lvl1pPr>
          </a:lstStyle>
          <a:p>
            <a:r>
              <a:rPr lang="en-US"/>
              <a:t>Click to edit Master title style</a:t>
            </a:r>
            <a:endParaRPr lang="en-US" dirty="0"/>
          </a:p>
        </p:txBody>
      </p:sp>
    </p:spTree>
    <p:extLst>
      <p:ext uri="{BB962C8B-B14F-4D97-AF65-F5344CB8AC3E}">
        <p14:creationId xmlns:p14="http://schemas.microsoft.com/office/powerpoint/2010/main" val="448374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13" Type="http://schemas.openxmlformats.org/officeDocument/2006/relationships/tags" Target="../tags/tag10.xml"/><Relationship Id="rId18" Type="http://schemas.openxmlformats.org/officeDocument/2006/relationships/tags" Target="../tags/tag15.xml"/><Relationship Id="rId3" Type="http://schemas.openxmlformats.org/officeDocument/2006/relationships/theme" Target="../theme/theme1.xml"/><Relationship Id="rId21" Type="http://schemas.openxmlformats.org/officeDocument/2006/relationships/tags" Target="../tags/tag18.xml"/><Relationship Id="rId7" Type="http://schemas.openxmlformats.org/officeDocument/2006/relationships/tags" Target="../tags/tag4.xml"/><Relationship Id="rId12" Type="http://schemas.openxmlformats.org/officeDocument/2006/relationships/tags" Target="../tags/tag9.xml"/><Relationship Id="rId17" Type="http://schemas.openxmlformats.org/officeDocument/2006/relationships/tags" Target="../tags/tag14.xml"/><Relationship Id="rId2" Type="http://schemas.openxmlformats.org/officeDocument/2006/relationships/slideLayout" Target="../slideLayouts/slideLayout2.xml"/><Relationship Id="rId16" Type="http://schemas.openxmlformats.org/officeDocument/2006/relationships/tags" Target="../tags/tag13.xml"/><Relationship Id="rId20"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tags" Target="../tags/tag3.xml"/><Relationship Id="rId11" Type="http://schemas.openxmlformats.org/officeDocument/2006/relationships/tags" Target="../tags/tag8.xml"/><Relationship Id="rId24" Type="http://schemas.openxmlformats.org/officeDocument/2006/relationships/image" Target="../media/image1.emf"/><Relationship Id="rId5" Type="http://schemas.openxmlformats.org/officeDocument/2006/relationships/tags" Target="../tags/tag2.xml"/><Relationship Id="rId15" Type="http://schemas.openxmlformats.org/officeDocument/2006/relationships/tags" Target="../tags/tag12.xml"/><Relationship Id="rId23" Type="http://schemas.openxmlformats.org/officeDocument/2006/relationships/oleObject" Target="../embeddings/oleObject1.bin"/><Relationship Id="rId10" Type="http://schemas.openxmlformats.org/officeDocument/2006/relationships/tags" Target="../tags/tag7.xml"/><Relationship Id="rId19" Type="http://schemas.openxmlformats.org/officeDocument/2006/relationships/tags" Target="../tags/tag16.xml"/><Relationship Id="rId4" Type="http://schemas.openxmlformats.org/officeDocument/2006/relationships/tags" Target="../tags/tag1.xml"/><Relationship Id="rId9" Type="http://schemas.openxmlformats.org/officeDocument/2006/relationships/tags" Target="../tags/tag6.xml"/><Relationship Id="rId14" Type="http://schemas.openxmlformats.org/officeDocument/2006/relationships/tags" Target="../tags/tag11.xml"/><Relationship Id="rId22"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extLst>
              <p:ext uri="{D42A27DB-BD31-4B8C-83A1-F6EECF244321}">
                <p14:modId xmlns:p14="http://schemas.microsoft.com/office/powerpoint/2010/main" val="201323714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 name="Object 1" hidden="1"/>
                      <p:cNvPicPr/>
                      <p:nvPr/>
                    </p:nvPicPr>
                    <p:blipFill>
                      <a:blip r:embed="rId24"/>
                      <a:stretch>
                        <a:fillRect/>
                      </a:stretch>
                    </p:blipFill>
                    <p:spPr>
                      <a:xfrm>
                        <a:off x="0" y="0"/>
                        <a:ext cx="158750" cy="158750"/>
                      </a:xfrm>
                      <a:prstGeom prst="rect">
                        <a:avLst/>
                      </a:prstGeom>
                    </p:spPr>
                  </p:pic>
                </p:oleObj>
              </mc:Fallback>
            </mc:AlternateContent>
          </a:graphicData>
        </a:graphic>
      </p:graphicFrame>
      <p:sp>
        <p:nvSpPr>
          <p:cNvPr id="1033" name="doc id"/>
          <p:cNvSpPr>
            <a:spLocks noChangeArrowheads="1"/>
          </p:cNvSpPr>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accent6"/>
              </a:solidFill>
              <a:latin typeface="+mn-lt"/>
              <a:ea typeface="+mn-ea"/>
            </a:endParaRPr>
          </a:p>
        </p:txBody>
      </p:sp>
      <p:sp>
        <p:nvSpPr>
          <p:cNvPr id="1034" name="Working Draft" hidden="1"/>
          <p:cNvSpPr txBox="1">
            <a:spLocks noChangeArrowheads="1"/>
          </p:cNvSpPr>
          <p:nvPr/>
        </p:nvSpPr>
        <p:spPr bwMode="auto">
          <a:xfrm rot="5400000">
            <a:off x="7799945" y="1940591"/>
            <a:ext cx="218329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600" baseline="0" noProof="0">
                <a:solidFill>
                  <a:schemeClr val="accent6"/>
                </a:solidFill>
                <a:latin typeface="+mn-lt"/>
                <a:ea typeface="+mn-ea"/>
              </a:rPr>
              <a:t>Last Modified 10/03/2017 4:54 PM W. Australia Standard Time</a:t>
            </a:r>
            <a:endParaRPr lang="en-US" baseline="0" noProof="0" dirty="0">
              <a:solidFill>
                <a:schemeClr val="accent6"/>
              </a:solidFill>
              <a:latin typeface="+mn-lt"/>
              <a:ea typeface="+mn-ea"/>
            </a:endParaRPr>
          </a:p>
        </p:txBody>
      </p:sp>
      <p:sp>
        <p:nvSpPr>
          <p:cNvPr id="1035" name="Printed" hidden="1"/>
          <p:cNvSpPr txBox="1">
            <a:spLocks noChangeArrowheads="1"/>
          </p:cNvSpPr>
          <p:nvPr/>
        </p:nvSpPr>
        <p:spPr bwMode="auto">
          <a:xfrm rot="5400000">
            <a:off x="8074057" y="4114417"/>
            <a:ext cx="1635063"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00" baseline="0" noProof="0">
                <a:solidFill>
                  <a:schemeClr val="accent6"/>
                </a:solidFill>
                <a:latin typeface="+mn-lt"/>
                <a:ea typeface="+mn-ea"/>
              </a:rPr>
              <a:t>Printed 2/27/2017 7:03 AM India Standard Time</a:t>
            </a:r>
            <a:endParaRPr lang="en-US" baseline="0" noProof="0" dirty="0">
              <a:solidFill>
                <a:schemeClr val="accent6"/>
              </a:solidFill>
              <a:latin typeface="+mn-lt"/>
              <a:ea typeface="+mn-ea"/>
            </a:endParaRPr>
          </a:p>
        </p:txBody>
      </p:sp>
      <p:sp>
        <p:nvSpPr>
          <p:cNvPr id="1036" name="Rectangle 286"/>
          <p:cNvSpPr>
            <a:spLocks noGrp="1" noChangeArrowheads="1"/>
          </p:cNvSpPr>
          <p:nvPr>
            <p:ph type="body" idx="1"/>
          </p:nvPr>
        </p:nvSpPr>
        <p:spPr bwMode="auto">
          <a:xfrm>
            <a:off x="2329657" y="2317778"/>
            <a:ext cx="4302125" cy="123110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9" name="Title Placeholder 2"/>
          <p:cNvSpPr>
            <a:spLocks noGrp="1" noChangeArrowheads="1"/>
          </p:cNvSpPr>
          <p:nvPr>
            <p:ph type="title"/>
          </p:nvPr>
        </p:nvSpPr>
        <p:spPr bwMode="auto">
          <a:xfrm>
            <a:off x="171451" y="185145"/>
            <a:ext cx="8618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title style</a:t>
            </a:r>
            <a:endParaRPr lang="en-US" noProof="0" dirty="0"/>
          </a:p>
        </p:txBody>
      </p:sp>
      <p:sp>
        <p:nvSpPr>
          <p:cNvPr id="10" name="1. On-page tracker" hidden="1"/>
          <p:cNvSpPr>
            <a:spLocks noChangeArrowheads="1"/>
          </p:cNvSpPr>
          <p:nvPr/>
        </p:nvSpPr>
        <p:spPr bwMode="auto">
          <a:xfrm>
            <a:off x="171450" y="35048"/>
            <a:ext cx="490519"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800" baseline="0" noProof="0" dirty="0">
                <a:solidFill>
                  <a:srgbClr val="808080"/>
                </a:solidFill>
                <a:latin typeface="+mn-lt"/>
                <a:ea typeface="+mj-ea"/>
              </a:rPr>
              <a:t>TRACKER</a:t>
            </a:r>
          </a:p>
        </p:txBody>
      </p:sp>
      <p:sp>
        <p:nvSpPr>
          <p:cNvPr id="11" name="3. Unit of measure" hidden="1"/>
          <p:cNvSpPr txBox="1">
            <a:spLocks noChangeArrowheads="1"/>
          </p:cNvSpPr>
          <p:nvPr/>
        </p:nvSpPr>
        <p:spPr bwMode="auto">
          <a:xfrm>
            <a:off x="171450" y="519908"/>
            <a:ext cx="861853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00" baseline="0" noProof="0" dirty="0">
                <a:solidFill>
                  <a:srgbClr val="808080"/>
                </a:solidFill>
                <a:latin typeface="+mn-lt"/>
              </a:rPr>
              <a:t>Unit of measure</a:t>
            </a:r>
          </a:p>
        </p:txBody>
      </p:sp>
      <p:grpSp>
        <p:nvGrpSpPr>
          <p:cNvPr id="15" name="ACET" hidden="1"/>
          <p:cNvGrpSpPr>
            <a:grpSpLocks/>
          </p:cNvGrpSpPr>
          <p:nvPr/>
        </p:nvGrpSpPr>
        <p:grpSpPr bwMode="auto">
          <a:xfrm>
            <a:off x="2329657" y="1747865"/>
            <a:ext cx="4302125" cy="508000"/>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b="1" baseline="0" noProof="0" dirty="0">
                  <a:latin typeface="+mn-lt"/>
                  <a:ea typeface="+mn-ea"/>
                </a:rPr>
                <a:t>Title</a:t>
              </a:r>
            </a:p>
            <a:p>
              <a:r>
                <a:rPr lang="en-US" baseline="0" noProof="0" dirty="0">
                  <a:solidFill>
                    <a:srgbClr val="808080"/>
                  </a:solidFill>
                  <a:latin typeface="+mn-lt"/>
                  <a:ea typeface="+mn-ea"/>
                </a:rPr>
                <a:t>Unit of measure</a:t>
              </a:r>
            </a:p>
          </p:txBody>
        </p:sp>
      </p:grpSp>
      <p:grpSp>
        <p:nvGrpSpPr>
          <p:cNvPr id="18" name="LegendBoxes" hidden="1"/>
          <p:cNvGrpSpPr>
            <a:grpSpLocks/>
          </p:cNvGrpSpPr>
          <p:nvPr/>
        </p:nvGrpSpPr>
        <p:grpSpPr bwMode="auto">
          <a:xfrm>
            <a:off x="8026400" y="237755"/>
            <a:ext cx="763588" cy="996951"/>
            <a:chOff x="4936" y="176"/>
            <a:chExt cx="481" cy="628"/>
          </a:xfrm>
        </p:grpSpPr>
        <p:sp>
          <p:nvSpPr>
            <p:cNvPr id="20" name="Legend1"/>
            <p:cNvSpPr>
              <a:spLocks noChangeArrowheads="1"/>
            </p:cNvSpPr>
            <p:nvPr/>
          </p:nvSpPr>
          <p:spPr bwMode="auto">
            <a:xfrm>
              <a:off x="5096"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1" name="LegendRectangle1"/>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2" name="Legend2"/>
            <p:cNvSpPr>
              <a:spLocks noChangeArrowheads="1"/>
            </p:cNvSpPr>
            <p:nvPr/>
          </p:nvSpPr>
          <p:spPr bwMode="auto">
            <a:xfrm>
              <a:off x="5096" y="34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3" name="LegendRectangle2"/>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4" name="Legend3"/>
            <p:cNvSpPr>
              <a:spLocks noChangeArrowheads="1"/>
            </p:cNvSpPr>
            <p:nvPr/>
          </p:nvSpPr>
          <p:spPr bwMode="auto">
            <a:xfrm>
              <a:off x="5096" y="517"/>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5" name="LegendRectangle3"/>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6" name="Legend4"/>
            <p:cNvSpPr>
              <a:spLocks noChangeArrowheads="1"/>
            </p:cNvSpPr>
            <p:nvPr/>
          </p:nvSpPr>
          <p:spPr bwMode="auto">
            <a:xfrm>
              <a:off x="5096" y="688"/>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7" name="LegendRectangle4"/>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28" name="LegendLines" hidden="1"/>
          <p:cNvGrpSpPr>
            <a:grpSpLocks/>
          </p:cNvGrpSpPr>
          <p:nvPr/>
        </p:nvGrpSpPr>
        <p:grpSpPr bwMode="auto">
          <a:xfrm>
            <a:off x="7718425" y="237755"/>
            <a:ext cx="1071563" cy="730251"/>
            <a:chOff x="4750" y="176"/>
            <a:chExt cx="675" cy="460"/>
          </a:xfrm>
        </p:grpSpPr>
        <p:sp>
          <p:nvSpPr>
            <p:cNvPr id="29"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0"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1"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2" name="Legend1"/>
            <p:cNvSpPr>
              <a:spLocks noChangeArrowheads="1"/>
            </p:cNvSpPr>
            <p:nvPr/>
          </p:nvSpPr>
          <p:spPr bwMode="auto">
            <a:xfrm>
              <a:off x="5104"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3" name="Legend2"/>
            <p:cNvSpPr>
              <a:spLocks noChangeArrowheads="1"/>
            </p:cNvSpPr>
            <p:nvPr/>
          </p:nvSpPr>
          <p:spPr bwMode="auto">
            <a:xfrm>
              <a:off x="5104" y="344"/>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4" name="Legend3"/>
            <p:cNvSpPr>
              <a:spLocks noChangeArrowheads="1"/>
            </p:cNvSpPr>
            <p:nvPr/>
          </p:nvSpPr>
          <p:spPr bwMode="auto">
            <a:xfrm>
              <a:off x="5104" y="520"/>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grpSp>
      <p:grpSp>
        <p:nvGrpSpPr>
          <p:cNvPr id="35" name="McK Sticker" hidden="1"/>
          <p:cNvGrpSpPr/>
          <p:nvPr/>
        </p:nvGrpSpPr>
        <p:grpSpPr bwMode="auto">
          <a:xfrm>
            <a:off x="8064982" y="237755"/>
            <a:ext cx="725006" cy="150811"/>
            <a:chOff x="8015769" y="285750"/>
            <a:chExt cx="725006" cy="150811"/>
          </a:xfrm>
        </p:grpSpPr>
        <p:sp>
          <p:nvSpPr>
            <p:cNvPr id="36" name="StickerRectangle"/>
            <p:cNvSpPr>
              <a:spLocks noChangeArrowheads="1"/>
            </p:cNvSpPr>
            <p:nvPr/>
          </p:nvSpPr>
          <p:spPr bwMode="auto">
            <a:xfrm>
              <a:off x="8015769" y="285750"/>
              <a:ext cx="725006" cy="150811"/>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en-US" sz="800" dirty="0">
                  <a:solidFill>
                    <a:srgbClr val="808080"/>
                  </a:solidFill>
                  <a:latin typeface="+mn-lt"/>
                </a:rPr>
                <a:t>PRELIMINARY</a:t>
              </a:r>
            </a:p>
          </p:txBody>
        </p:sp>
        <p:cxnSp>
          <p:nvCxnSpPr>
            <p:cNvPr id="37" name="AutoShape 31"/>
            <p:cNvCxnSpPr>
              <a:cxnSpLocks noChangeShapeType="1"/>
              <a:stCxn id="36" idx="2"/>
              <a:endCxn id="36" idx="4"/>
            </p:cNvCxnSpPr>
            <p:nvPr/>
          </p:nvCxnSpPr>
          <p:spPr bwMode="auto">
            <a:xfrm>
              <a:off x="8015769" y="285750"/>
              <a:ext cx="0" cy="150811"/>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38" name="AutoShape 32"/>
            <p:cNvCxnSpPr>
              <a:cxnSpLocks noChangeShapeType="1"/>
              <a:stCxn id="36" idx="4"/>
              <a:endCxn id="36" idx="6"/>
            </p:cNvCxnSpPr>
            <p:nvPr/>
          </p:nvCxnSpPr>
          <p:spPr bwMode="auto">
            <a:xfrm>
              <a:off x="8015769" y="436561"/>
              <a:ext cx="72500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63" name="Slide Number"/>
          <p:cNvSpPr txBox="1">
            <a:spLocks/>
          </p:cNvSpPr>
          <p:nvPr/>
        </p:nvSpPr>
        <p:spPr bwMode="auto">
          <a:xfrm>
            <a:off x="8664954" y="6462552"/>
            <a:ext cx="125034" cy="123111"/>
          </a:xfrm>
          <a:prstGeom prst="rect">
            <a:avLst/>
          </a:prstGeom>
        </p:spPr>
        <p:txBody>
          <a:bodyPr vert="horz" wrap="none" lIns="0" tIns="0" rIns="0" bIns="0" rtlCol="0" anchor="b" anchorCtr="0">
            <a:spAutoFit/>
          </a:bodyPr>
          <a:lstStyle>
            <a:defPPr>
              <a:defRPr lang="en-US"/>
            </a:defPPr>
            <a:lvl1pPr>
              <a:defRPr sz="1000" baseline="0">
                <a:latin typeface="+mn-lt"/>
              </a:defRPr>
            </a:lvl1pPr>
          </a:lstStyle>
          <a:p>
            <a:pPr lvl="0" algn="r"/>
            <a:fld id="{42C328C1-A84F-4A39-A664-DBA00541A8C6}" type="slidenum">
              <a:rPr lang="en-US" sz="800" smtClean="0">
                <a:solidFill>
                  <a:schemeClr val="tx1"/>
                </a:solidFill>
              </a:rPr>
              <a:pPr lvl="0" algn="r"/>
              <a:t>‹#›</a:t>
            </a:fld>
            <a:endParaRPr lang="en-US" sz="800" dirty="0">
              <a:solidFill>
                <a:schemeClr val="tx1"/>
              </a:solidFill>
            </a:endParaRPr>
          </a:p>
        </p:txBody>
      </p:sp>
      <p:grpSp>
        <p:nvGrpSpPr>
          <p:cNvPr id="64" name="Moon" hidden="1"/>
          <p:cNvGrpSpPr>
            <a:grpSpLocks noChangeAspect="1"/>
          </p:cNvGrpSpPr>
          <p:nvPr>
            <p:custDataLst>
              <p:tags r:id="rId5"/>
            </p:custDataLst>
          </p:nvPr>
        </p:nvGrpSpPr>
        <p:grpSpPr bwMode="auto">
          <a:xfrm>
            <a:off x="7170608" y="764013"/>
            <a:ext cx="254000" cy="254000"/>
            <a:chOff x="1600" y="1600"/>
            <a:chExt cx="160" cy="160"/>
          </a:xfrm>
        </p:grpSpPr>
        <p:sp>
          <p:nvSpPr>
            <p:cNvPr id="65" name="Oval 90"/>
            <p:cNvSpPr>
              <a:spLocks noChangeAspect="1" noChangeArrowheads="1"/>
            </p:cNvSpPr>
            <p:nvPr>
              <p:custDataLst>
                <p:tags r:id="rId21"/>
              </p:custDataLst>
            </p:nvPr>
          </p:nvSpPr>
          <p:spPr bwMode="auto">
            <a:xfrm>
              <a:off x="1600" y="1600"/>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Arc 91"/>
            <p:cNvSpPr>
              <a:spLocks noChangeAspect="1"/>
            </p:cNvSpPr>
            <p:nvPr>
              <p:custDataLst>
                <p:tags r:id="rId22"/>
              </p:custDataLst>
            </p:nvPr>
          </p:nvSpPr>
          <p:spPr bwMode="auto">
            <a:xfrm>
              <a:off x="1600" y="1600"/>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7" name="LegendMoons" hidden="1"/>
          <p:cNvGrpSpPr/>
          <p:nvPr/>
        </p:nvGrpSpPr>
        <p:grpSpPr bwMode="auto">
          <a:xfrm>
            <a:off x="7959558" y="237755"/>
            <a:ext cx="830430" cy="1306516"/>
            <a:chOff x="5428012" y="273840"/>
            <a:chExt cx="830430" cy="1306516"/>
          </a:xfrm>
        </p:grpSpPr>
        <p:sp>
          <p:nvSpPr>
            <p:cNvPr id="68" name="Legend1"/>
            <p:cNvSpPr>
              <a:spLocks noChangeArrowheads="1"/>
            </p:cNvSpPr>
            <p:nvPr/>
          </p:nvSpPr>
          <p:spPr bwMode="auto">
            <a:xfrm>
              <a:off x="5748687" y="28654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69" name="Legend2"/>
            <p:cNvSpPr>
              <a:spLocks noChangeArrowheads="1"/>
            </p:cNvSpPr>
            <p:nvPr/>
          </p:nvSpPr>
          <p:spPr bwMode="auto">
            <a:xfrm>
              <a:off x="5748687" y="561178"/>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0" name="Legend3"/>
            <p:cNvSpPr>
              <a:spLocks noChangeArrowheads="1"/>
            </p:cNvSpPr>
            <p:nvPr/>
          </p:nvSpPr>
          <p:spPr bwMode="auto">
            <a:xfrm>
              <a:off x="5748687" y="835817"/>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1" name="Legend4"/>
            <p:cNvSpPr>
              <a:spLocks noChangeArrowheads="1"/>
            </p:cNvSpPr>
            <p:nvPr/>
          </p:nvSpPr>
          <p:spPr bwMode="auto">
            <a:xfrm>
              <a:off x="5748687" y="110728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72" name="Legend5"/>
            <p:cNvSpPr>
              <a:spLocks noChangeArrowheads="1"/>
            </p:cNvSpPr>
            <p:nvPr/>
          </p:nvSpPr>
          <p:spPr bwMode="auto">
            <a:xfrm>
              <a:off x="5748687" y="1383505"/>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grpSp>
          <p:nvGrpSpPr>
            <p:cNvPr id="73" name="MoonLegend1"/>
            <p:cNvGrpSpPr>
              <a:grpSpLocks noChangeAspect="1"/>
            </p:cNvGrpSpPr>
            <p:nvPr userDrawn="1">
              <p:custDataLst>
                <p:tags r:id="rId6"/>
              </p:custDataLst>
            </p:nvPr>
          </p:nvGrpSpPr>
          <p:grpSpPr bwMode="auto">
            <a:xfrm>
              <a:off x="5428012" y="273840"/>
              <a:ext cx="209550" cy="209551"/>
              <a:chOff x="1694" y="2044"/>
              <a:chExt cx="160" cy="160"/>
            </a:xfrm>
          </p:grpSpPr>
          <p:sp>
            <p:nvSpPr>
              <p:cNvPr id="86" name="Oval 41"/>
              <p:cNvSpPr>
                <a:spLocks noChangeAspect="1" noChangeArrowheads="1"/>
              </p:cNvSpPr>
              <p:nvPr>
                <p:custDataLst>
                  <p:tags r:id="rId19"/>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7" name="Arc 42"/>
              <p:cNvSpPr>
                <a:spLocks noChangeAspect="1"/>
              </p:cNvSpPr>
              <p:nvPr>
                <p:custDataLst>
                  <p:tags r:id="rId20"/>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4" name="MoonLegend2"/>
            <p:cNvGrpSpPr>
              <a:grpSpLocks noChangeAspect="1"/>
            </p:cNvGrpSpPr>
            <p:nvPr userDrawn="1">
              <p:custDataLst>
                <p:tags r:id="rId7"/>
              </p:custDataLst>
            </p:nvPr>
          </p:nvGrpSpPr>
          <p:grpSpPr bwMode="auto">
            <a:xfrm>
              <a:off x="5428012" y="548081"/>
              <a:ext cx="209550" cy="209551"/>
              <a:chOff x="1694" y="2044"/>
              <a:chExt cx="160" cy="160"/>
            </a:xfrm>
          </p:grpSpPr>
          <p:sp>
            <p:nvSpPr>
              <p:cNvPr id="84" name="Oval 41"/>
              <p:cNvSpPr>
                <a:spLocks noChangeAspect="1" noChangeArrowheads="1"/>
              </p:cNvSpPr>
              <p:nvPr>
                <p:custDataLst>
                  <p:tags r:id="rId17"/>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5" name="Arc 42"/>
              <p:cNvSpPr>
                <a:spLocks noChangeAspect="1"/>
              </p:cNvSpPr>
              <p:nvPr>
                <p:custDataLst>
                  <p:tags r:id="rId18"/>
                </p:custDataLst>
              </p:nvPr>
            </p:nvSpPr>
            <p:spPr bwMode="auto">
              <a:xfrm>
                <a:off x="1694" y="2044"/>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5" name="MoonLegend3"/>
            <p:cNvGrpSpPr>
              <a:grpSpLocks noChangeAspect="1"/>
            </p:cNvGrpSpPr>
            <p:nvPr userDrawn="1">
              <p:custDataLst>
                <p:tags r:id="rId8"/>
              </p:custDataLst>
            </p:nvPr>
          </p:nvGrpSpPr>
          <p:grpSpPr bwMode="auto">
            <a:xfrm>
              <a:off x="5428012" y="822322"/>
              <a:ext cx="209550" cy="209551"/>
              <a:chOff x="1694" y="2044"/>
              <a:chExt cx="160" cy="160"/>
            </a:xfrm>
          </p:grpSpPr>
          <p:sp>
            <p:nvSpPr>
              <p:cNvPr id="82" name="Oval 41"/>
              <p:cNvSpPr>
                <a:spLocks noChangeAspect="1" noChangeArrowheads="1"/>
              </p:cNvSpPr>
              <p:nvPr>
                <p:custDataLst>
                  <p:tags r:id="rId15"/>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3" name="Arc 42"/>
              <p:cNvSpPr>
                <a:spLocks noChangeAspect="1"/>
              </p:cNvSpPr>
              <p:nvPr>
                <p:custDataLst>
                  <p:tags r:id="rId16"/>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6" name="MoonLegend4"/>
            <p:cNvGrpSpPr>
              <a:grpSpLocks noChangeAspect="1"/>
            </p:cNvGrpSpPr>
            <p:nvPr userDrawn="1">
              <p:custDataLst>
                <p:tags r:id="rId9"/>
              </p:custDataLst>
            </p:nvPr>
          </p:nvGrpSpPr>
          <p:grpSpPr bwMode="auto">
            <a:xfrm>
              <a:off x="5428012" y="1096563"/>
              <a:ext cx="209550" cy="209551"/>
              <a:chOff x="1694" y="2044"/>
              <a:chExt cx="160" cy="160"/>
            </a:xfrm>
          </p:grpSpPr>
          <p:sp>
            <p:nvSpPr>
              <p:cNvPr id="80" name="Oval 41"/>
              <p:cNvSpPr>
                <a:spLocks noChangeAspect="1" noChangeArrowheads="1"/>
              </p:cNvSpPr>
              <p:nvPr>
                <p:custDataLst>
                  <p:tags r:id="rId13"/>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1" name="Arc 42"/>
              <p:cNvSpPr>
                <a:spLocks noChangeAspect="1"/>
              </p:cNvSpPr>
              <p:nvPr>
                <p:custDataLst>
                  <p:tags r:id="rId14"/>
                </p:custDataLst>
              </p:nvPr>
            </p:nvSpPr>
            <p:spPr bwMode="auto">
              <a:xfrm>
                <a:off x="1694" y="2044"/>
                <a:ext cx="160" cy="160"/>
              </a:xfrm>
              <a:prstGeom prst="arc">
                <a:avLst>
                  <a:gd name="adj1" fmla="val 16200000"/>
                  <a:gd name="adj2" fmla="val 108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7" name="MoonLegend5"/>
            <p:cNvGrpSpPr>
              <a:grpSpLocks noChangeAspect="1"/>
            </p:cNvGrpSpPr>
            <p:nvPr userDrawn="1">
              <p:custDataLst>
                <p:tags r:id="rId10"/>
              </p:custDataLst>
            </p:nvPr>
          </p:nvGrpSpPr>
          <p:grpSpPr bwMode="auto">
            <a:xfrm>
              <a:off x="5428012" y="1370805"/>
              <a:ext cx="209550" cy="209551"/>
              <a:chOff x="1694" y="2044"/>
              <a:chExt cx="160" cy="160"/>
            </a:xfrm>
          </p:grpSpPr>
          <p:sp>
            <p:nvSpPr>
              <p:cNvPr id="78" name="Oval 41"/>
              <p:cNvSpPr>
                <a:spLocks noChangeAspect="1" noChangeArrowheads="1"/>
              </p:cNvSpPr>
              <p:nvPr>
                <p:custDataLst>
                  <p:tags r:id="rId11"/>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79" name="Arc 42"/>
              <p:cNvSpPr>
                <a:spLocks noChangeAspect="1"/>
              </p:cNvSpPr>
              <p:nvPr>
                <p:custDataLst>
                  <p:tags r:id="rId12"/>
                </p:custDataLst>
              </p:nvPr>
            </p:nvSpPr>
            <p:spPr bwMode="auto">
              <a:xfrm>
                <a:off x="1694" y="2044"/>
                <a:ext cx="160" cy="160"/>
              </a:xfrm>
              <a:prstGeom prst="arc">
                <a:avLst>
                  <a:gd name="adj1" fmla="val 16200000"/>
                  <a:gd name="adj2" fmla="val 162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grpSp>
        <p:nvGrpSpPr>
          <p:cNvPr id="3" name="Slide Elements" hidden="1"/>
          <p:cNvGrpSpPr/>
          <p:nvPr/>
        </p:nvGrpSpPr>
        <p:grpSpPr bwMode="auto">
          <a:xfrm>
            <a:off x="171450" y="6276179"/>
            <a:ext cx="7277099" cy="309484"/>
            <a:chOff x="171451" y="6321899"/>
            <a:chExt cx="7200000" cy="309484"/>
          </a:xfrm>
        </p:grpSpPr>
        <p:sp>
          <p:nvSpPr>
            <p:cNvPr id="89" name="4. Footnote"/>
            <p:cNvSpPr txBox="1">
              <a:spLocks noChangeArrowheads="1"/>
            </p:cNvSpPr>
            <p:nvPr/>
          </p:nvSpPr>
          <p:spPr bwMode="auto">
            <a:xfrm>
              <a:off x="171451" y="6321899"/>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lang="x-none" sz="2400">
                  <a:solidFill>
                    <a:schemeClr val="tx1"/>
                  </a:solidFill>
                  <a:latin typeface="Arial" charset="0"/>
                </a:defRPr>
              </a:lvl1pPr>
              <a:lvl2pPr marL="1031875" defTabSz="895350">
                <a:defRPr lang="x-none" sz="2400">
                  <a:solidFill>
                    <a:schemeClr val="tx1"/>
                  </a:solidFill>
                  <a:latin typeface="Arial" charset="0"/>
                </a:defRPr>
              </a:lvl2pPr>
              <a:lvl3pPr marL="1217613" defTabSz="895350">
                <a:defRPr lang="x-none" sz="2400">
                  <a:solidFill>
                    <a:schemeClr val="tx1"/>
                  </a:solidFill>
                  <a:latin typeface="Arial" charset="0"/>
                </a:defRPr>
              </a:lvl3pPr>
              <a:lvl4pPr marL="1404938"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marL="85725" indent="-85725">
                <a:defRPr lang="x-none"/>
              </a:pPr>
              <a:r>
                <a:rPr lang="x-none" sz="800" baseline="0" dirty="0">
                  <a:solidFill>
                    <a:schemeClr val="tx1"/>
                  </a:solidFill>
                  <a:latin typeface="+mn-lt"/>
                  <a:ea typeface="+mn-ea"/>
                </a:rPr>
                <a:t>1 Footnote</a:t>
              </a:r>
            </a:p>
          </p:txBody>
        </p:sp>
        <p:sp>
          <p:nvSpPr>
            <p:cNvPr id="90" name="5. Source"/>
            <p:cNvSpPr>
              <a:spLocks noChangeArrowheads="1"/>
            </p:cNvSpPr>
            <p:nvPr/>
          </p:nvSpPr>
          <p:spPr bwMode="auto">
            <a:xfrm>
              <a:off x="171451" y="6508272"/>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marL="409575" indent="-409575" defTabSz="895350">
                <a:tabLst>
                  <a:tab pos="409575" algn="l"/>
                </a:tabLst>
              </a:pPr>
              <a:r>
                <a:rPr lang="x-none" sz="800" baseline="0" dirty="0">
                  <a:solidFill>
                    <a:schemeClr val="tx1"/>
                  </a:solidFill>
                  <a:latin typeface="+mn-lt"/>
                  <a:ea typeface="+mn-ea"/>
                </a:rPr>
                <a:t>Source : Source</a:t>
              </a:r>
            </a:p>
          </p:txBody>
        </p:sp>
      </p:grpSp>
      <p:sp>
        <p:nvSpPr>
          <p:cNvPr id="62" name="Rectangle 61"/>
          <p:cNvSpPr/>
          <p:nvPr/>
        </p:nvSpPr>
        <p:spPr bwMode="auto">
          <a:xfrm>
            <a:off x="0" y="6674787"/>
            <a:ext cx="896143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3629404267"/>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l" defTabSz="895350" rtl="0" eaLnBrk="1" fontAlgn="base" hangingPunct="1">
        <a:spcBef>
          <a:spcPct val="0"/>
        </a:spcBef>
        <a:spcAft>
          <a:spcPct val="0"/>
        </a:spcAft>
        <a:tabLst>
          <a:tab pos="269875" algn="l"/>
        </a:tabLst>
        <a:defRPr sz="2000" b="0" baseline="0">
          <a:solidFill>
            <a:schemeClr val="accent3"/>
          </a:solidFill>
          <a:latin typeface="+mj-lt"/>
          <a:ea typeface="Arial Unicode MS" pitchFamily="34" charset="-128"/>
          <a:cs typeface="Arial Unicode MS" pitchFamily="34" charset="-128"/>
        </a:defRPr>
      </a:lvl1pPr>
      <a:lvl2pPr algn="l" defTabSz="895350" rtl="0" eaLnBrk="1" fontAlgn="base" hangingPunct="1">
        <a:spcBef>
          <a:spcPct val="0"/>
        </a:spcBef>
        <a:spcAft>
          <a:spcPct val="0"/>
        </a:spcAft>
        <a:defRPr sz="1900" b="1">
          <a:solidFill>
            <a:schemeClr val="tx2"/>
          </a:solidFill>
          <a:latin typeface="Arial" charset="0"/>
        </a:defRPr>
      </a:lvl2pPr>
      <a:lvl3pPr algn="l" defTabSz="895350" rtl="0" eaLnBrk="1" fontAlgn="base" hangingPunct="1">
        <a:spcBef>
          <a:spcPct val="0"/>
        </a:spcBef>
        <a:spcAft>
          <a:spcPct val="0"/>
        </a:spcAft>
        <a:defRPr sz="1900" b="1">
          <a:solidFill>
            <a:schemeClr val="tx2"/>
          </a:solidFill>
          <a:latin typeface="Arial" charset="0"/>
        </a:defRPr>
      </a:lvl3pPr>
      <a:lvl4pPr algn="l" defTabSz="895350" rtl="0" eaLnBrk="1" fontAlgn="base" hangingPunct="1">
        <a:spcBef>
          <a:spcPct val="0"/>
        </a:spcBef>
        <a:spcAft>
          <a:spcPct val="0"/>
        </a:spcAft>
        <a:defRPr sz="1900" b="1">
          <a:solidFill>
            <a:schemeClr val="tx2"/>
          </a:solidFill>
          <a:latin typeface="Arial" charset="0"/>
        </a:defRPr>
      </a:lvl4pPr>
      <a:lvl5pPr algn="l" defTabSz="895350" rtl="0" eaLnBrk="1" fontAlgn="base" hangingPunct="1">
        <a:spcBef>
          <a:spcPct val="0"/>
        </a:spcBef>
        <a:spcAft>
          <a:spcPct val="0"/>
        </a:spcAft>
        <a:defRPr sz="1900" b="1">
          <a:solidFill>
            <a:schemeClr val="tx2"/>
          </a:solidFill>
          <a:latin typeface="Arial" charset="0"/>
        </a:defRPr>
      </a:lvl5pPr>
      <a:lvl6pPr marL="457200" algn="l" defTabSz="895350" rtl="0" eaLnBrk="1" fontAlgn="base" hangingPunct="1">
        <a:spcBef>
          <a:spcPct val="0"/>
        </a:spcBef>
        <a:spcAft>
          <a:spcPct val="0"/>
        </a:spcAft>
        <a:defRPr sz="1900" b="1">
          <a:solidFill>
            <a:schemeClr val="tx2"/>
          </a:solidFill>
          <a:latin typeface="Arial" charset="0"/>
        </a:defRPr>
      </a:lvl6pPr>
      <a:lvl7pPr marL="914400" algn="l" defTabSz="895350" rtl="0" eaLnBrk="1" fontAlgn="base" hangingPunct="1">
        <a:spcBef>
          <a:spcPct val="0"/>
        </a:spcBef>
        <a:spcAft>
          <a:spcPct val="0"/>
        </a:spcAft>
        <a:defRPr sz="1900" b="1">
          <a:solidFill>
            <a:schemeClr val="tx2"/>
          </a:solidFill>
          <a:latin typeface="Arial" charset="0"/>
        </a:defRPr>
      </a:lvl7pPr>
      <a:lvl8pPr marL="1371600" algn="l" defTabSz="895350" rtl="0" eaLnBrk="1" fontAlgn="base" hangingPunct="1">
        <a:spcBef>
          <a:spcPct val="0"/>
        </a:spcBef>
        <a:spcAft>
          <a:spcPct val="0"/>
        </a:spcAft>
        <a:defRPr sz="1900" b="1">
          <a:solidFill>
            <a:schemeClr val="tx2"/>
          </a:solidFill>
          <a:latin typeface="Arial" charset="0"/>
        </a:defRPr>
      </a:lvl8pPr>
      <a:lvl9pPr marL="1828800" algn="l" defTabSz="895350" rtl="0" eaLnBrk="1" fontAlgn="base" hangingPunct="1">
        <a:spcBef>
          <a:spcPct val="0"/>
        </a:spcBef>
        <a:spcAft>
          <a:spcPct val="0"/>
        </a:spcAft>
        <a:defRPr sz="1900" b="1">
          <a:solidFill>
            <a:schemeClr val="tx2"/>
          </a:solidFill>
          <a:latin typeface="Arial" charset="0"/>
        </a:defRPr>
      </a:lvl9pPr>
    </p:titleStyle>
    <p:bodyStyle>
      <a:lvl1pPr marL="0" indent="0" algn="l" defTabSz="895350" rtl="0" eaLnBrk="1" fontAlgn="base" hangingPunct="1">
        <a:spcBef>
          <a:spcPct val="0"/>
        </a:spcBef>
        <a:spcAft>
          <a:spcPct val="0"/>
        </a:spcAft>
        <a:buClr>
          <a:schemeClr val="tx2"/>
        </a:buClr>
        <a:defRPr sz="1600" baseline="0">
          <a:solidFill>
            <a:schemeClr val="tx1"/>
          </a:solidFill>
          <a:latin typeface="+mn-lt"/>
          <a:ea typeface="Arial Unicode MS" pitchFamily="34" charset="-128"/>
          <a:cs typeface="Arial Unicode MS" pitchFamily="34" charset="-128"/>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ea typeface="Arial Unicode MS" pitchFamily="34" charset="-128"/>
          <a:cs typeface="Arial Unicode MS" pitchFamily="34" charset="-128"/>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ea typeface="Arial Unicode MS" pitchFamily="34" charset="-128"/>
          <a:cs typeface="Arial Unicode MS" pitchFamily="34" charset="-128"/>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23248"/>
          </a:xfrm>
        </p:spPr>
        <p:txBody>
          <a:bodyPr/>
          <a:lstStyle/>
          <a:p>
            <a:pPr algn="just"/>
            <a:r>
              <a:rPr lang="en-GB" sz="1350" b="1" dirty="0"/>
              <a:t>With a R Squared value of 0.75, our multiple regressive equation has a strong &lt;linear&gt; fit, with Smoker, Northeast and Age having the strongest correlations, enabling us to create a forecast within a 9.89% ($-508.68) range.</a:t>
            </a:r>
            <a:endParaRPr lang="en-AU" sz="135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7086ECD-9D9E-4DB0-8C88-272D3613C8FF}"/>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7" name="TextBox 6">
            <a:extLst>
              <a:ext uri="{FF2B5EF4-FFF2-40B4-BE49-F238E27FC236}">
                <a16:creationId xmlns:a16="http://schemas.microsoft.com/office/drawing/2014/main" id="{403BC95B-8BF8-BA75-CF95-55DE3E95D4AD}"/>
              </a:ext>
            </a:extLst>
          </p:cNvPr>
          <p:cNvSpPr txBox="1"/>
          <p:nvPr/>
        </p:nvSpPr>
        <p:spPr>
          <a:xfrm>
            <a:off x="303213" y="981004"/>
            <a:ext cx="3581453" cy="2970044"/>
          </a:xfrm>
          <a:prstGeom prst="rect">
            <a:avLst/>
          </a:prstGeom>
          <a:noFill/>
        </p:spPr>
        <p:txBody>
          <a:bodyPr wrap="square" rtlCol="0">
            <a:spAutoFit/>
          </a:bodyPr>
          <a:lstStyle/>
          <a:p>
            <a:r>
              <a:rPr lang="en-AU" sz="1100" dirty="0"/>
              <a:t>This is your first Executive Summary Slide highlighting your take-away story. You’ll need to fill in the headlines with the appropriate values from your </a:t>
            </a:r>
            <a:r>
              <a:rPr lang="en-AU" sz="1100" dirty="0" err="1"/>
              <a:t>FamInsureCo</a:t>
            </a:r>
            <a:r>
              <a:rPr lang="en-AU" sz="1100" dirty="0"/>
              <a:t> Analysis.</a:t>
            </a:r>
          </a:p>
          <a:p>
            <a:endParaRPr lang="en-AU" sz="1100" dirty="0"/>
          </a:p>
          <a:p>
            <a:r>
              <a:rPr lang="en-AU" sz="1100" dirty="0"/>
              <a:t>Please include the below visuals:</a:t>
            </a:r>
          </a:p>
          <a:p>
            <a:endParaRPr lang="en-AU" sz="1100" dirty="0"/>
          </a:p>
          <a:p>
            <a:pPr marL="228600" indent="-228600">
              <a:buAutoNum type="arabicPeriod"/>
            </a:pPr>
            <a:r>
              <a:rPr lang="en-AU" sz="1100" b="1" dirty="0"/>
              <a:t>Correlation Column Chart Column Chart </a:t>
            </a:r>
            <a:r>
              <a:rPr lang="en-AU" sz="1100" dirty="0"/>
              <a:t>(The chart you made in Q14 will be helpful here!) </a:t>
            </a:r>
          </a:p>
          <a:p>
            <a:pPr marL="228600" indent="-228600">
              <a:buAutoNum type="arabicPeriod"/>
            </a:pPr>
            <a:endParaRPr lang="en-AU" sz="1100" dirty="0"/>
          </a:p>
          <a:p>
            <a:pPr marL="228600" indent="-228600">
              <a:buAutoNum type="arabicPeriod"/>
            </a:pPr>
            <a:r>
              <a:rPr lang="en-AU" sz="1100" b="1" dirty="0"/>
              <a:t>Regression Equation Chart </a:t>
            </a:r>
            <a:r>
              <a:rPr lang="en-AU" sz="1100" dirty="0"/>
              <a:t>(The Regressive Equation Chart you’ve made in Q16 will be helpful here)</a:t>
            </a:r>
          </a:p>
          <a:p>
            <a:pPr marL="228600" indent="-228600">
              <a:buAutoNum type="arabicPeriod"/>
            </a:pPr>
            <a:endParaRPr lang="en-AU" sz="1100" dirty="0"/>
          </a:p>
          <a:p>
            <a:r>
              <a:rPr lang="en-AU" sz="1100" dirty="0"/>
              <a:t>Ultimately, you want to showcase </a:t>
            </a:r>
            <a:r>
              <a:rPr lang="en-AU" sz="1100" b="1" dirty="0"/>
              <a:t>which variables </a:t>
            </a:r>
            <a:r>
              <a:rPr lang="en-AU" sz="1100" dirty="0"/>
              <a:t>are most strongly correlated to </a:t>
            </a:r>
            <a:r>
              <a:rPr lang="en-AU" sz="1100" b="1" dirty="0"/>
              <a:t>medical insurance charges </a:t>
            </a:r>
            <a:r>
              <a:rPr lang="en-AU" sz="1100" dirty="0"/>
              <a:t>and how effective your regression model is. </a:t>
            </a:r>
          </a:p>
        </p:txBody>
      </p:sp>
      <p:pic>
        <p:nvPicPr>
          <p:cNvPr id="8" name="Picture 7">
            <a:extLst>
              <a:ext uri="{FF2B5EF4-FFF2-40B4-BE49-F238E27FC236}">
                <a16:creationId xmlns:a16="http://schemas.microsoft.com/office/drawing/2014/main" id="{12324350-222D-D951-F62A-0ABE161736BB}"/>
              </a:ext>
            </a:extLst>
          </p:cNvPr>
          <p:cNvPicPr>
            <a:picLocks noChangeAspect="1"/>
          </p:cNvPicPr>
          <p:nvPr/>
        </p:nvPicPr>
        <p:blipFill>
          <a:blip r:embed="rId2"/>
          <a:stretch>
            <a:fillRect/>
          </a:stretch>
        </p:blipFill>
        <p:spPr>
          <a:xfrm>
            <a:off x="2607429" y="3951048"/>
            <a:ext cx="3865642" cy="2426531"/>
          </a:xfrm>
          <a:prstGeom prst="rect">
            <a:avLst/>
          </a:prstGeom>
        </p:spPr>
      </p:pic>
      <p:pic>
        <p:nvPicPr>
          <p:cNvPr id="10" name="Picture 9">
            <a:extLst>
              <a:ext uri="{FF2B5EF4-FFF2-40B4-BE49-F238E27FC236}">
                <a16:creationId xmlns:a16="http://schemas.microsoft.com/office/drawing/2014/main" id="{8F36667B-DA68-4F2B-9983-D97F446E6264}"/>
              </a:ext>
            </a:extLst>
          </p:cNvPr>
          <p:cNvPicPr>
            <a:picLocks noChangeAspect="1"/>
          </p:cNvPicPr>
          <p:nvPr/>
        </p:nvPicPr>
        <p:blipFill>
          <a:blip r:embed="rId3"/>
          <a:stretch>
            <a:fillRect/>
          </a:stretch>
        </p:blipFill>
        <p:spPr>
          <a:xfrm>
            <a:off x="3884666" y="1027310"/>
            <a:ext cx="4597400" cy="2768600"/>
          </a:xfrm>
          <a:prstGeom prst="rect">
            <a:avLst/>
          </a:prstGeom>
        </p:spPr>
      </p:pic>
    </p:spTree>
    <p:extLst>
      <p:ext uri="{BB962C8B-B14F-4D97-AF65-F5344CB8AC3E}">
        <p14:creationId xmlns:p14="http://schemas.microsoft.com/office/powerpoint/2010/main" val="2535748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Analysis of medical insurance charges against BMI weight classification yields a weakly linear relationship, where costs increase as the BMI increases. However, we note there exists different pricing clusters, where high BMIs exist, but medical charges remain relatively low. </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4" name="TextBox 3">
            <a:extLst>
              <a:ext uri="{FF2B5EF4-FFF2-40B4-BE49-F238E27FC236}">
                <a16:creationId xmlns:a16="http://schemas.microsoft.com/office/drawing/2014/main" id="{2D7BA893-6578-82B6-45A9-58061082403C}"/>
              </a:ext>
            </a:extLst>
          </p:cNvPr>
          <p:cNvSpPr txBox="1"/>
          <p:nvPr/>
        </p:nvSpPr>
        <p:spPr>
          <a:xfrm>
            <a:off x="171450" y="894698"/>
            <a:ext cx="3581453" cy="1785104"/>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BMI vs Medical Insurance Charges classified by Weight Classification (i.e. Q2B)</a:t>
            </a:r>
            <a:endParaRPr lang="en-AU" sz="1100" dirty="0"/>
          </a:p>
          <a:p>
            <a:pPr marL="228600" indent="-228600">
              <a:buAutoNum type="arabicPeriod"/>
            </a:pPr>
            <a:endParaRPr lang="en-AU" sz="1100" dirty="0"/>
          </a:p>
          <a:p>
            <a:pPr marL="228600" indent="-228600">
              <a:buAutoNum type="arabicPeriod"/>
            </a:pPr>
            <a:endParaRPr lang="en-AU" sz="1100" dirty="0"/>
          </a:p>
          <a:p>
            <a:r>
              <a:rPr lang="en-AU" sz="1100" dirty="0"/>
              <a:t>Here we’re introducing our story where we’re showing the </a:t>
            </a:r>
            <a:r>
              <a:rPr lang="en-AU" sz="1100" b="1" dirty="0"/>
              <a:t>Executive</a:t>
            </a:r>
            <a:r>
              <a:rPr lang="en-AU" sz="1100" dirty="0"/>
              <a:t> management team a scatter plot highlighting how different weight classifications seem to result in higher medical charges.</a:t>
            </a:r>
          </a:p>
        </p:txBody>
      </p:sp>
      <p:pic>
        <p:nvPicPr>
          <p:cNvPr id="8" name="Picture 7">
            <a:extLst>
              <a:ext uri="{FF2B5EF4-FFF2-40B4-BE49-F238E27FC236}">
                <a16:creationId xmlns:a16="http://schemas.microsoft.com/office/drawing/2014/main" id="{CB8052F9-8EA3-B733-99EB-597699AF36B2}"/>
              </a:ext>
            </a:extLst>
          </p:cNvPr>
          <p:cNvPicPr>
            <a:picLocks noChangeAspect="1"/>
          </p:cNvPicPr>
          <p:nvPr/>
        </p:nvPicPr>
        <p:blipFill>
          <a:blip r:embed="rId2"/>
          <a:stretch>
            <a:fillRect/>
          </a:stretch>
        </p:blipFill>
        <p:spPr>
          <a:xfrm>
            <a:off x="2098675" y="3515253"/>
            <a:ext cx="4584700" cy="2768600"/>
          </a:xfrm>
          <a:prstGeom prst="rect">
            <a:avLst/>
          </a:prstGeom>
        </p:spPr>
      </p:pic>
      <p:pic>
        <p:nvPicPr>
          <p:cNvPr id="12" name="Picture 11">
            <a:extLst>
              <a:ext uri="{FF2B5EF4-FFF2-40B4-BE49-F238E27FC236}">
                <a16:creationId xmlns:a16="http://schemas.microsoft.com/office/drawing/2014/main" id="{3CFBF093-860C-2D2C-2CEF-B9227E8BD744}"/>
              </a:ext>
            </a:extLst>
          </p:cNvPr>
          <p:cNvPicPr>
            <a:picLocks noChangeAspect="1"/>
          </p:cNvPicPr>
          <p:nvPr/>
        </p:nvPicPr>
        <p:blipFill>
          <a:blip r:embed="rId3"/>
          <a:stretch>
            <a:fillRect/>
          </a:stretch>
        </p:blipFill>
        <p:spPr>
          <a:xfrm>
            <a:off x="594519" y="3080646"/>
            <a:ext cx="7772400" cy="434607"/>
          </a:xfrm>
          <a:prstGeom prst="rect">
            <a:avLst/>
          </a:prstGeom>
        </p:spPr>
      </p:pic>
    </p:spTree>
    <p:extLst>
      <p:ext uri="{BB962C8B-B14F-4D97-AF65-F5344CB8AC3E}">
        <p14:creationId xmlns:p14="http://schemas.microsoft.com/office/powerpoint/2010/main" val="1167718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430887"/>
          </a:xfrm>
        </p:spPr>
        <p:txBody>
          <a:bodyPr/>
          <a:lstStyle/>
          <a:p>
            <a:pPr algn="just"/>
            <a:r>
              <a:rPr lang="en-GB" sz="1400" b="1" dirty="0"/>
              <a:t>Further segmentation of the data, indicates the presence of smoking seems to be correlated towards higher medical charges, irrespective of BMI classification.</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3" name="TextBox 2">
            <a:extLst>
              <a:ext uri="{FF2B5EF4-FFF2-40B4-BE49-F238E27FC236}">
                <a16:creationId xmlns:a16="http://schemas.microsoft.com/office/drawing/2014/main" id="{67740BBC-47E1-3A15-172C-AB6AFDF909A9}"/>
              </a:ext>
            </a:extLst>
          </p:cNvPr>
          <p:cNvSpPr txBox="1"/>
          <p:nvPr/>
        </p:nvSpPr>
        <p:spPr>
          <a:xfrm>
            <a:off x="243528" y="894698"/>
            <a:ext cx="3581453" cy="3139321"/>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BMI vs Medical Insurance Charges (Smoker = No ) (The graph you created from Q3 will be useful)</a:t>
            </a:r>
          </a:p>
          <a:p>
            <a:pPr marL="228600" indent="-228600">
              <a:buAutoNum type="arabicPeriod"/>
            </a:pPr>
            <a:endParaRPr lang="en-AU" sz="1100" b="1" dirty="0"/>
          </a:p>
          <a:p>
            <a:pPr marL="228600" indent="-228600">
              <a:buFontTx/>
              <a:buAutoNum type="arabicPeriod"/>
            </a:pPr>
            <a:r>
              <a:rPr lang="en-AU" sz="1100" b="1" dirty="0"/>
              <a:t>BMI vs Medical Insurance Charges (Smoker = Yes) (The graph you created from Q3 will be useful)</a:t>
            </a:r>
          </a:p>
          <a:p>
            <a:pPr marL="228600" indent="-228600">
              <a:buAutoNum type="arabicPeriod"/>
            </a:pPr>
            <a:endParaRPr lang="en-AU" sz="1100" b="1" dirty="0"/>
          </a:p>
          <a:p>
            <a:pPr marL="228600" indent="-228600">
              <a:buAutoNum type="arabicPeriod"/>
            </a:pPr>
            <a:endParaRPr lang="en-AU" sz="1100" b="1" dirty="0"/>
          </a:p>
          <a:p>
            <a:endParaRPr lang="en-AU" sz="1100" dirty="0"/>
          </a:p>
          <a:p>
            <a:r>
              <a:rPr lang="en-AU" sz="1100" dirty="0"/>
              <a:t>Here we’re reinforcing our story where we’re showcasing how the </a:t>
            </a:r>
            <a:r>
              <a:rPr lang="en-AU" sz="1100" b="1" dirty="0"/>
              <a:t>Medical Insurance Charges </a:t>
            </a:r>
            <a:r>
              <a:rPr lang="en-AU" sz="1100" dirty="0"/>
              <a:t>have much higher costs for individuals who smoke. This is reinforced by showing the Scatter Plots for No Smoking versus Smoking, and having this overlaid over each other.</a:t>
            </a:r>
          </a:p>
        </p:txBody>
      </p:sp>
      <p:pic>
        <p:nvPicPr>
          <p:cNvPr id="5" name="Picture 4">
            <a:extLst>
              <a:ext uri="{FF2B5EF4-FFF2-40B4-BE49-F238E27FC236}">
                <a16:creationId xmlns:a16="http://schemas.microsoft.com/office/drawing/2014/main" id="{D8823810-AE8F-70EC-B084-77C5585A0248}"/>
              </a:ext>
            </a:extLst>
          </p:cNvPr>
          <p:cNvPicPr>
            <a:picLocks noChangeAspect="1"/>
          </p:cNvPicPr>
          <p:nvPr/>
        </p:nvPicPr>
        <p:blipFill>
          <a:blip r:embed="rId2"/>
          <a:stretch>
            <a:fillRect/>
          </a:stretch>
        </p:blipFill>
        <p:spPr>
          <a:xfrm>
            <a:off x="4010819" y="894698"/>
            <a:ext cx="4184914" cy="2696696"/>
          </a:xfrm>
          <a:prstGeom prst="rect">
            <a:avLst/>
          </a:prstGeom>
        </p:spPr>
      </p:pic>
      <p:pic>
        <p:nvPicPr>
          <p:cNvPr id="8" name="Picture 7">
            <a:extLst>
              <a:ext uri="{FF2B5EF4-FFF2-40B4-BE49-F238E27FC236}">
                <a16:creationId xmlns:a16="http://schemas.microsoft.com/office/drawing/2014/main" id="{57FE7FDB-BE4A-A451-4AA0-5404CEDB2C64}"/>
              </a:ext>
            </a:extLst>
          </p:cNvPr>
          <p:cNvPicPr>
            <a:picLocks noChangeAspect="1"/>
          </p:cNvPicPr>
          <p:nvPr/>
        </p:nvPicPr>
        <p:blipFill>
          <a:blip r:embed="rId3"/>
          <a:stretch>
            <a:fillRect/>
          </a:stretch>
        </p:blipFill>
        <p:spPr>
          <a:xfrm>
            <a:off x="4010819" y="3591394"/>
            <a:ext cx="4184914" cy="2596400"/>
          </a:xfrm>
          <a:prstGeom prst="rect">
            <a:avLst/>
          </a:prstGeom>
        </p:spPr>
      </p:pic>
    </p:spTree>
    <p:extLst>
      <p:ext uri="{BB962C8B-B14F-4D97-AF65-F5344CB8AC3E}">
        <p14:creationId xmlns:p14="http://schemas.microsoft.com/office/powerpoint/2010/main" val="113681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Building on our smoking theme, it is clear to see that this trend is again present as we analyse medical insurance charges by geographic segmentation. In the absence of smoking, the mean insurance charge is $7500; however, with smoking, the mean charge is $30,000, 400% higher. </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3" name="TextBox 2">
            <a:extLst>
              <a:ext uri="{FF2B5EF4-FFF2-40B4-BE49-F238E27FC236}">
                <a16:creationId xmlns:a16="http://schemas.microsoft.com/office/drawing/2014/main" id="{940D34B8-FD75-9012-0078-8B583ADDC9FE}"/>
              </a:ext>
            </a:extLst>
          </p:cNvPr>
          <p:cNvSpPr txBox="1"/>
          <p:nvPr/>
        </p:nvSpPr>
        <p:spPr>
          <a:xfrm>
            <a:off x="171450" y="894698"/>
            <a:ext cx="3581453" cy="2800767"/>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Box Plot – Medical Insurance Charges when Smoking = No</a:t>
            </a:r>
          </a:p>
          <a:p>
            <a:pPr marL="228600" indent="-228600">
              <a:buAutoNum type="arabicPeriod"/>
            </a:pPr>
            <a:endParaRPr lang="en-AU" sz="1100" b="1" dirty="0"/>
          </a:p>
          <a:p>
            <a:pPr marL="228600" indent="-228600">
              <a:buAutoNum type="arabicPeriod"/>
            </a:pPr>
            <a:r>
              <a:rPr lang="en-AU" sz="1100" b="1" dirty="0"/>
              <a:t>Box Plot – Medical Insurance Charges when Smoking = Yes</a:t>
            </a:r>
          </a:p>
          <a:p>
            <a:pPr marL="228600" indent="-228600">
              <a:buAutoNum type="arabicPeriod"/>
            </a:pPr>
            <a:endParaRPr lang="en-AU" sz="1100" b="1" dirty="0"/>
          </a:p>
          <a:p>
            <a:r>
              <a:rPr lang="en-AU" sz="1100" b="1" dirty="0"/>
              <a:t>The graphs you created for Q9 will be helpful for this slide. </a:t>
            </a:r>
          </a:p>
          <a:p>
            <a:endParaRPr lang="en-AU" sz="1100" dirty="0"/>
          </a:p>
          <a:p>
            <a:r>
              <a:rPr lang="en-AU" sz="1100" dirty="0"/>
              <a:t>Here we’re reinforcing our story using a Box Plot. Here we’re showing how big the spread is in terms of Medical Insurance charges when contrasting those who smoke versus those who do not irrespective of geographical segmentation.</a:t>
            </a:r>
          </a:p>
        </p:txBody>
      </p:sp>
      <p:pic>
        <p:nvPicPr>
          <p:cNvPr id="5" name="Picture 4">
            <a:extLst>
              <a:ext uri="{FF2B5EF4-FFF2-40B4-BE49-F238E27FC236}">
                <a16:creationId xmlns:a16="http://schemas.microsoft.com/office/drawing/2014/main" id="{CDE4F451-2F80-4FC3-07F9-098BEFC1FBA5}"/>
              </a:ext>
            </a:extLst>
          </p:cNvPr>
          <p:cNvPicPr>
            <a:picLocks noChangeAspect="1"/>
          </p:cNvPicPr>
          <p:nvPr/>
        </p:nvPicPr>
        <p:blipFill>
          <a:blip r:embed="rId2"/>
          <a:stretch>
            <a:fillRect/>
          </a:stretch>
        </p:blipFill>
        <p:spPr>
          <a:xfrm>
            <a:off x="4091980" y="894698"/>
            <a:ext cx="4572000" cy="2743200"/>
          </a:xfrm>
          <a:prstGeom prst="rect">
            <a:avLst/>
          </a:prstGeom>
        </p:spPr>
      </p:pic>
      <p:pic>
        <p:nvPicPr>
          <p:cNvPr id="7" name="Picture 6">
            <a:extLst>
              <a:ext uri="{FF2B5EF4-FFF2-40B4-BE49-F238E27FC236}">
                <a16:creationId xmlns:a16="http://schemas.microsoft.com/office/drawing/2014/main" id="{839F76C6-FAD9-030A-03C3-A53D8AE018C3}"/>
              </a:ext>
            </a:extLst>
          </p:cNvPr>
          <p:cNvPicPr>
            <a:picLocks noChangeAspect="1"/>
          </p:cNvPicPr>
          <p:nvPr/>
        </p:nvPicPr>
        <p:blipFill>
          <a:blip r:embed="rId3"/>
          <a:stretch>
            <a:fillRect/>
          </a:stretch>
        </p:blipFill>
        <p:spPr>
          <a:xfrm>
            <a:off x="4091980" y="3663921"/>
            <a:ext cx="4572000" cy="2743200"/>
          </a:xfrm>
          <a:prstGeom prst="rect">
            <a:avLst/>
          </a:prstGeom>
        </p:spPr>
      </p:pic>
    </p:spTree>
    <p:extLst>
      <p:ext uri="{BB962C8B-B14F-4D97-AF65-F5344CB8AC3E}">
        <p14:creationId xmlns:p14="http://schemas.microsoft.com/office/powerpoint/2010/main" val="2537897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Further emphasizing the impact of smoking, the minimum medical insurance charges between those that smoke ($12.8K) and those that don’t smoke($1.1k) are as high as $11.7K (~11.4x), with the bulk of non-smokers having insurance costs less than 11K.</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3" name="TextBox 2">
            <a:extLst>
              <a:ext uri="{FF2B5EF4-FFF2-40B4-BE49-F238E27FC236}">
                <a16:creationId xmlns:a16="http://schemas.microsoft.com/office/drawing/2014/main" id="{940D34B8-FD75-9012-0078-8B583ADDC9FE}"/>
              </a:ext>
            </a:extLst>
          </p:cNvPr>
          <p:cNvSpPr txBox="1"/>
          <p:nvPr/>
        </p:nvSpPr>
        <p:spPr>
          <a:xfrm>
            <a:off x="171450" y="894698"/>
            <a:ext cx="3581453" cy="2800767"/>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Histogram– Medical Insurance Charges when Smoking = No</a:t>
            </a:r>
          </a:p>
          <a:p>
            <a:pPr marL="228600" indent="-228600">
              <a:buAutoNum type="arabicPeriod"/>
            </a:pPr>
            <a:endParaRPr lang="en-AU" sz="1100" b="1" dirty="0"/>
          </a:p>
          <a:p>
            <a:pPr marL="228600" indent="-228600">
              <a:buAutoNum type="arabicPeriod"/>
            </a:pPr>
            <a:r>
              <a:rPr lang="en-AU" sz="1100" b="1" dirty="0"/>
              <a:t>Histogram– Medical Insurance Charges when Smoking = Yes</a:t>
            </a:r>
          </a:p>
          <a:p>
            <a:pPr marL="228600" indent="-228600">
              <a:buAutoNum type="arabicPeriod"/>
            </a:pPr>
            <a:endParaRPr lang="en-AU" sz="1100" b="1" dirty="0"/>
          </a:p>
          <a:p>
            <a:r>
              <a:rPr lang="en-AU" sz="1100" b="1" dirty="0"/>
              <a:t>The graphs you created for Q4 will be helpful for this slide. </a:t>
            </a:r>
          </a:p>
          <a:p>
            <a:endParaRPr lang="en-AU" sz="1100" dirty="0"/>
          </a:p>
          <a:p>
            <a:r>
              <a:rPr lang="en-AU" sz="1100" dirty="0"/>
              <a:t>Here we’re reinforcing our story using a Box Plot. Here we’re showing how big the spread is in terms of Medical Insurance charges when contrasting those who smoke versus those who do not irrespective of geographical segmentation.</a:t>
            </a:r>
          </a:p>
        </p:txBody>
      </p:sp>
      <p:pic>
        <p:nvPicPr>
          <p:cNvPr id="7" name="Picture 6">
            <a:extLst>
              <a:ext uri="{FF2B5EF4-FFF2-40B4-BE49-F238E27FC236}">
                <a16:creationId xmlns:a16="http://schemas.microsoft.com/office/drawing/2014/main" id="{3C194061-496D-B555-4300-2DD8A573D0ED}"/>
              </a:ext>
            </a:extLst>
          </p:cNvPr>
          <p:cNvPicPr>
            <a:picLocks noChangeAspect="1"/>
          </p:cNvPicPr>
          <p:nvPr/>
        </p:nvPicPr>
        <p:blipFill>
          <a:blip r:embed="rId2"/>
          <a:stretch>
            <a:fillRect/>
          </a:stretch>
        </p:blipFill>
        <p:spPr>
          <a:xfrm>
            <a:off x="4123371" y="911134"/>
            <a:ext cx="4116760" cy="2675894"/>
          </a:xfrm>
          <a:prstGeom prst="rect">
            <a:avLst/>
          </a:prstGeom>
        </p:spPr>
      </p:pic>
      <p:pic>
        <p:nvPicPr>
          <p:cNvPr id="8" name="Picture 7">
            <a:extLst>
              <a:ext uri="{FF2B5EF4-FFF2-40B4-BE49-F238E27FC236}">
                <a16:creationId xmlns:a16="http://schemas.microsoft.com/office/drawing/2014/main" id="{B7352CC4-0299-C134-4ED0-0B7ED2FF5F8F}"/>
              </a:ext>
            </a:extLst>
          </p:cNvPr>
          <p:cNvPicPr>
            <a:picLocks noChangeAspect="1"/>
          </p:cNvPicPr>
          <p:nvPr/>
        </p:nvPicPr>
        <p:blipFill>
          <a:blip r:embed="rId3"/>
          <a:stretch>
            <a:fillRect/>
          </a:stretch>
        </p:blipFill>
        <p:spPr>
          <a:xfrm>
            <a:off x="4123371" y="3882935"/>
            <a:ext cx="4116760" cy="2463214"/>
          </a:xfrm>
          <a:prstGeom prst="rect">
            <a:avLst/>
          </a:prstGeom>
        </p:spPr>
      </p:pic>
    </p:spTree>
    <p:extLst>
      <p:ext uri="{BB962C8B-B14F-4D97-AF65-F5344CB8AC3E}">
        <p14:creationId xmlns:p14="http://schemas.microsoft.com/office/powerpoint/2010/main" val="59532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From an ageing lens, those who don’t smoke tend to have 2 – 3x lower costs, than those that do smoke. Specifically, the insurance charges for smokers increase by $24K (340%) and $35K (267%) for those between the Mature Age and Senior Age Groupings, respectively.</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3" name="TextBox 2">
            <a:extLst>
              <a:ext uri="{FF2B5EF4-FFF2-40B4-BE49-F238E27FC236}">
                <a16:creationId xmlns:a16="http://schemas.microsoft.com/office/drawing/2014/main" id="{24C6D361-D7F2-5843-945B-DDB208B365AA}"/>
              </a:ext>
            </a:extLst>
          </p:cNvPr>
          <p:cNvSpPr txBox="1"/>
          <p:nvPr/>
        </p:nvSpPr>
        <p:spPr>
          <a:xfrm>
            <a:off x="171450" y="894698"/>
            <a:ext cx="3581453" cy="2123658"/>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Stacked Column Chart (Age Profile vs Smoking Insurance Charges) (Question 5B may be helpful!)</a:t>
            </a:r>
          </a:p>
          <a:p>
            <a:endParaRPr lang="en-AU" sz="1100" b="1" dirty="0"/>
          </a:p>
          <a:p>
            <a:pPr marL="228600" indent="-228600">
              <a:buAutoNum type="arabicPeriod"/>
            </a:pPr>
            <a:endParaRPr lang="en-AU" sz="1100" b="1" dirty="0"/>
          </a:p>
          <a:p>
            <a:r>
              <a:rPr lang="en-AU" sz="1100" dirty="0"/>
              <a:t>Here we’re reinforcing our story using a combination of Stacked Column Charts and Scatter Plots. At this point we’ve clarified that Medical Insurance Charges are heavily impacted by Smoker Classification.</a:t>
            </a:r>
          </a:p>
          <a:p>
            <a:endParaRPr lang="en-AU" sz="1100" dirty="0"/>
          </a:p>
        </p:txBody>
      </p:sp>
      <p:pic>
        <p:nvPicPr>
          <p:cNvPr id="5" name="Picture 4">
            <a:extLst>
              <a:ext uri="{FF2B5EF4-FFF2-40B4-BE49-F238E27FC236}">
                <a16:creationId xmlns:a16="http://schemas.microsoft.com/office/drawing/2014/main" id="{C52CA5E3-87A6-FC83-BEA7-FE33689D98D8}"/>
              </a:ext>
            </a:extLst>
          </p:cNvPr>
          <p:cNvPicPr>
            <a:picLocks noChangeAspect="1"/>
          </p:cNvPicPr>
          <p:nvPr/>
        </p:nvPicPr>
        <p:blipFill>
          <a:blip r:embed="rId2"/>
          <a:stretch>
            <a:fillRect/>
          </a:stretch>
        </p:blipFill>
        <p:spPr>
          <a:xfrm>
            <a:off x="3724328" y="2267735"/>
            <a:ext cx="4597400" cy="2768600"/>
          </a:xfrm>
          <a:prstGeom prst="rect">
            <a:avLst/>
          </a:prstGeom>
        </p:spPr>
      </p:pic>
    </p:spTree>
    <p:extLst>
      <p:ext uri="{BB962C8B-B14F-4D97-AF65-F5344CB8AC3E}">
        <p14:creationId xmlns:p14="http://schemas.microsoft.com/office/powerpoint/2010/main" val="3580879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Lastly, segmentation of our data via gender, yields little difference, in the absence of smoking. However, in the presence of smoking, the average medical insurance charge increases by ~$25K (309%) for men versus females ($21K), a 250% increase.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94091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26E5207-9197-48D6-B5F6-50575C4A336F}"/>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sp>
        <p:nvSpPr>
          <p:cNvPr id="3" name="TextBox 2">
            <a:extLst>
              <a:ext uri="{FF2B5EF4-FFF2-40B4-BE49-F238E27FC236}">
                <a16:creationId xmlns:a16="http://schemas.microsoft.com/office/drawing/2014/main" id="{CD74A4D7-9E42-980E-B4A5-2337B901A491}"/>
              </a:ext>
            </a:extLst>
          </p:cNvPr>
          <p:cNvSpPr txBox="1"/>
          <p:nvPr/>
        </p:nvSpPr>
        <p:spPr>
          <a:xfrm>
            <a:off x="171450" y="940918"/>
            <a:ext cx="3581453" cy="2462213"/>
          </a:xfrm>
          <a:prstGeom prst="rect">
            <a:avLst/>
          </a:prstGeom>
          <a:noFill/>
        </p:spPr>
        <p:txBody>
          <a:bodyPr wrap="square" rtlCol="0">
            <a:spAutoFit/>
          </a:bodyPr>
          <a:lstStyle/>
          <a:p>
            <a:r>
              <a:rPr lang="en-AU" sz="1100" dirty="0"/>
              <a:t>Please include the below visuals:</a:t>
            </a:r>
          </a:p>
          <a:p>
            <a:endParaRPr lang="en-AU" sz="1100" dirty="0"/>
          </a:p>
          <a:p>
            <a:pPr marL="228600" indent="-228600">
              <a:buAutoNum type="arabicPeriod"/>
            </a:pPr>
            <a:r>
              <a:rPr lang="en-AU" sz="1100" b="1" dirty="0"/>
              <a:t>Box Plot – Medical Insurance Charges when Smoking = No (Male vs Female)</a:t>
            </a:r>
          </a:p>
          <a:p>
            <a:pPr marL="228600" indent="-228600">
              <a:buAutoNum type="arabicPeriod"/>
            </a:pPr>
            <a:endParaRPr lang="en-AU" sz="1100" b="1" dirty="0"/>
          </a:p>
          <a:p>
            <a:pPr marL="228600" indent="-228600">
              <a:buFontTx/>
              <a:buAutoNum type="arabicPeriod"/>
            </a:pPr>
            <a:r>
              <a:rPr lang="en-AU" sz="1100" b="1" dirty="0"/>
              <a:t>Box Plot – Medical Insurance Charges when Smoking = Yes (Male vs Female)</a:t>
            </a:r>
          </a:p>
          <a:p>
            <a:pPr marL="228600" indent="-228600">
              <a:buAutoNum type="arabicPeriod"/>
            </a:pPr>
            <a:endParaRPr lang="en-AU" sz="1100" b="1" dirty="0"/>
          </a:p>
          <a:p>
            <a:r>
              <a:rPr lang="en-AU" sz="1100" b="1" dirty="0"/>
              <a:t>The graphs you created in Q10 will be helpful!</a:t>
            </a:r>
          </a:p>
          <a:p>
            <a:endParaRPr lang="en-AU" sz="1100" b="1" dirty="0"/>
          </a:p>
          <a:p>
            <a:r>
              <a:rPr lang="en-AU" sz="1100" dirty="0"/>
              <a:t>Finally, we’re now closing out our story. We’re addressing the final concern Management has regarding Gender and the relation to Medical Insurance Costs. </a:t>
            </a:r>
          </a:p>
        </p:txBody>
      </p:sp>
      <p:pic>
        <p:nvPicPr>
          <p:cNvPr id="5" name="Picture 4">
            <a:extLst>
              <a:ext uri="{FF2B5EF4-FFF2-40B4-BE49-F238E27FC236}">
                <a16:creationId xmlns:a16="http://schemas.microsoft.com/office/drawing/2014/main" id="{CF7B894F-702E-866A-1088-BAD12CA69362}"/>
              </a:ext>
            </a:extLst>
          </p:cNvPr>
          <p:cNvPicPr>
            <a:picLocks noChangeAspect="1"/>
          </p:cNvPicPr>
          <p:nvPr/>
        </p:nvPicPr>
        <p:blipFill>
          <a:blip r:embed="rId2"/>
          <a:stretch>
            <a:fillRect/>
          </a:stretch>
        </p:blipFill>
        <p:spPr>
          <a:xfrm>
            <a:off x="3680619" y="940917"/>
            <a:ext cx="4100248" cy="2672675"/>
          </a:xfrm>
          <a:prstGeom prst="rect">
            <a:avLst/>
          </a:prstGeom>
        </p:spPr>
      </p:pic>
      <p:pic>
        <p:nvPicPr>
          <p:cNvPr id="8" name="Picture 7">
            <a:extLst>
              <a:ext uri="{FF2B5EF4-FFF2-40B4-BE49-F238E27FC236}">
                <a16:creationId xmlns:a16="http://schemas.microsoft.com/office/drawing/2014/main" id="{B2DB9F98-6E76-0488-0109-8DCE87A57FDE}"/>
              </a:ext>
            </a:extLst>
          </p:cNvPr>
          <p:cNvPicPr>
            <a:picLocks noChangeAspect="1"/>
          </p:cNvPicPr>
          <p:nvPr/>
        </p:nvPicPr>
        <p:blipFill>
          <a:blip r:embed="rId3"/>
          <a:stretch>
            <a:fillRect/>
          </a:stretch>
        </p:blipFill>
        <p:spPr>
          <a:xfrm>
            <a:off x="3680619" y="3627270"/>
            <a:ext cx="4100248" cy="2729815"/>
          </a:xfrm>
          <a:prstGeom prst="rect">
            <a:avLst/>
          </a:prstGeom>
        </p:spPr>
      </p:pic>
    </p:spTree>
    <p:extLst>
      <p:ext uri="{BB962C8B-B14F-4D97-AF65-F5344CB8AC3E}">
        <p14:creationId xmlns:p14="http://schemas.microsoft.com/office/powerpoint/2010/main" val="28442866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Moon"/>
  <p:tag name="TYPE" val="McK Moon"/>
</p:tagLst>
</file>

<file path=ppt/tags/tag3.xml><?xml version="1.0" encoding="utf-8"?>
<p:tagLst xmlns:a="http://schemas.openxmlformats.org/drawingml/2006/main" xmlns:r="http://schemas.openxmlformats.org/officeDocument/2006/relationships" xmlns:p="http://schemas.openxmlformats.org/presentationml/2006/main">
  <p:tag name="NAME" val="Moon"/>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0.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1.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2.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3.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8.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heme/theme1.xml><?xml version="1.0" encoding="utf-8"?>
<a:theme xmlns:a="http://schemas.openxmlformats.org/drawingml/2006/main" name="1_Synergy_CF_YNR013">
  <a:themeElements>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ynergy_CF_YNR013.potx" id="{5B0B8770-4875-4F3D-A851-ED2332DB7D84}" vid="{3E5BE603-DDA9-4662-BF9D-F22E8644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16906</TotalTime>
  <Words>1013</Words>
  <Application>Microsoft Macintosh PowerPoint</Application>
  <PresentationFormat>Custom</PresentationFormat>
  <Paragraphs>71</Paragraphs>
  <Slides>7</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1" baseType="lpstr">
      <vt:lpstr>Arial</vt:lpstr>
      <vt:lpstr>Calibri</vt:lpstr>
      <vt:lpstr>1_Synergy_CF_YNR013</vt:lpstr>
      <vt:lpstr>think-cell Slide</vt:lpstr>
      <vt:lpstr>With a R Squared value of 0.75, our multiple regressive equation has a strong &lt;linear&gt; fit, with Smoker, Northeast and Age having the strongest correlations, enabling us to create a forecast within a 9.89% ($-508.68) range.</vt:lpstr>
      <vt:lpstr>Analysis of medical insurance charges against BMI weight classification yields a weakly linear relationship, where costs increase as the BMI increases. However, we note there exists different pricing clusters, where high BMIs exist, but medical charges remain relatively low. </vt:lpstr>
      <vt:lpstr>Further segmentation of the data, indicates the presence of smoking seems to be correlated towards higher medical charges, irrespective of BMI classification.</vt:lpstr>
      <vt:lpstr>Building on our smoking theme, it is clear to see that this trend is again present as we analyse medical insurance charges by geographic segmentation. In the absence of smoking, the mean insurance charge is $7500; however, with smoking, the mean charge is $30,000, 400% higher. </vt:lpstr>
      <vt:lpstr>Further emphasizing the impact of smoking, the minimum medical insurance charges between those that smoke ($12.8K) and those that don’t smoke($1.1k) are as high as $11.7K (~11.4x), with the bulk of non-smokers having insurance costs less than 11K.</vt:lpstr>
      <vt:lpstr>From an ageing lens, those who don’t smoke tend to have 2 – 3x lower costs, than those that do smoke. Specifically, the insurance charges for smokers increase by $24K (340%) and $35K (267%) for those between the Mature Age and Senior Age Groupings, respectively.</vt:lpstr>
      <vt:lpstr>Lastly, segmentation of our data via gender, yields little difference, in the absence of smoking. However, in the presence of smoking, the average medical insurance charge increases by ~$25K (309%) for men versus females ($21K), a 250% increase.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dc:title>
  <dc:creator>Christopher H</dc:creator>
  <cp:lastModifiedBy>Ariel Sebastian Farelas Lazaro</cp:lastModifiedBy>
  <cp:revision>105</cp:revision>
  <dcterms:created xsi:type="dcterms:W3CDTF">2020-04-12T13:23:13Z</dcterms:created>
  <dcterms:modified xsi:type="dcterms:W3CDTF">2025-09-08T04:10:09Z</dcterms:modified>
</cp:coreProperties>
</file>
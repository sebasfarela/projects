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embeddedFontLst>
    <p:embeddedFont>
      <p:font typeface="Quattrocento Sans" panose="020B0502050000020003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gvaUK0MO4zuZjiRXaexIoR19BR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F8FA7D-0CDC-8347-948B-77EC71D540BF}" v="11" dt="2025-08-12T01:38:25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65"/>
    <p:restoredTop sz="94635"/>
  </p:normalViewPr>
  <p:slideViewPr>
    <p:cSldViewPr snapToGrid="0">
      <p:cViewPr varScale="1">
        <p:scale>
          <a:sx n="150" d="100"/>
          <a:sy n="150" d="100"/>
        </p:scale>
        <p:origin x="2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customschemas.google.com/relationships/presentationmetadata" Target="meta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4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 Sebastian Farelas Lazaro" userId="1a9187d6-15d9-4228-a7e1-8dd89972ed52" providerId="ADAL" clId="{ABF8FA7D-0CDC-8347-948B-77EC71D540BF}"/>
    <pc:docChg chg="custSel delSld modSld">
      <pc:chgData name="Ariel Sebastian Farelas Lazaro" userId="1a9187d6-15d9-4228-a7e1-8dd89972ed52" providerId="ADAL" clId="{ABF8FA7D-0CDC-8347-948B-77EC71D540BF}" dt="2025-08-12T01:40:58.523" v="564" actId="478"/>
      <pc:docMkLst>
        <pc:docMk/>
      </pc:docMkLst>
      <pc:sldChg chg="del">
        <pc:chgData name="Ariel Sebastian Farelas Lazaro" userId="1a9187d6-15d9-4228-a7e1-8dd89972ed52" providerId="ADAL" clId="{ABF8FA7D-0CDC-8347-948B-77EC71D540BF}" dt="2025-08-12T01:20:20.003" v="0" actId="2696"/>
        <pc:sldMkLst>
          <pc:docMk/>
          <pc:sldMk cId="0" sldId="256"/>
        </pc:sldMkLst>
      </pc:sldChg>
      <pc:sldChg chg="addSp delSp modSp mod">
        <pc:chgData name="Ariel Sebastian Farelas Lazaro" userId="1a9187d6-15d9-4228-a7e1-8dd89972ed52" providerId="ADAL" clId="{ABF8FA7D-0CDC-8347-948B-77EC71D540BF}" dt="2025-08-12T01:40:58.523" v="564" actId="478"/>
        <pc:sldMkLst>
          <pc:docMk/>
          <pc:sldMk cId="0" sldId="257"/>
        </pc:sldMkLst>
        <pc:spChg chg="add mod">
          <ac:chgData name="Ariel Sebastian Farelas Lazaro" userId="1a9187d6-15d9-4228-a7e1-8dd89972ed52" providerId="ADAL" clId="{ABF8FA7D-0CDC-8347-948B-77EC71D540BF}" dt="2025-08-12T01:40:31.536" v="532" actId="20577"/>
          <ac:spMkLst>
            <pc:docMk/>
            <pc:sldMk cId="0" sldId="257"/>
            <ac:spMk id="6" creationId="{E9FEB23D-E86A-1ED4-F346-72F701A7A018}"/>
          </ac:spMkLst>
        </pc:spChg>
        <pc:spChg chg="add mod">
          <ac:chgData name="Ariel Sebastian Farelas Lazaro" userId="1a9187d6-15d9-4228-a7e1-8dd89972ed52" providerId="ADAL" clId="{ABF8FA7D-0CDC-8347-948B-77EC71D540BF}" dt="2025-08-12T01:40:38.872" v="563" actId="20577"/>
          <ac:spMkLst>
            <pc:docMk/>
            <pc:sldMk cId="0" sldId="257"/>
            <ac:spMk id="7" creationId="{5FA66FFD-74F5-2A9F-E263-D7CE1090FEEA}"/>
          </ac:spMkLst>
        </pc:spChg>
        <pc:spChg chg="add mod">
          <ac:chgData name="Ariel Sebastian Farelas Lazaro" userId="1a9187d6-15d9-4228-a7e1-8dd89972ed52" providerId="ADAL" clId="{ABF8FA7D-0CDC-8347-948B-77EC71D540BF}" dt="2025-08-12T01:40:02.140" v="483" actId="20577"/>
          <ac:spMkLst>
            <pc:docMk/>
            <pc:sldMk cId="0" sldId="257"/>
            <ac:spMk id="8" creationId="{4B14F655-7B13-31A6-8A2B-2E15004F56C9}"/>
          </ac:spMkLst>
        </pc:spChg>
        <pc:spChg chg="add mod">
          <ac:chgData name="Ariel Sebastian Farelas Lazaro" userId="1a9187d6-15d9-4228-a7e1-8dd89972ed52" providerId="ADAL" clId="{ABF8FA7D-0CDC-8347-948B-77EC71D540BF}" dt="2025-08-12T01:40:17.903" v="501" actId="20577"/>
          <ac:spMkLst>
            <pc:docMk/>
            <pc:sldMk cId="0" sldId="257"/>
            <ac:spMk id="9" creationId="{9199A5F9-F050-E965-1009-0DAA8828CD2C}"/>
          </ac:spMkLst>
        </pc:spChg>
        <pc:spChg chg="add del mod">
          <ac:chgData name="Ariel Sebastian Farelas Lazaro" userId="1a9187d6-15d9-4228-a7e1-8dd89972ed52" providerId="ADAL" clId="{ABF8FA7D-0CDC-8347-948B-77EC71D540BF}" dt="2025-08-12T01:40:58.523" v="564" actId="478"/>
          <ac:spMkLst>
            <pc:docMk/>
            <pc:sldMk cId="0" sldId="257"/>
            <ac:spMk id="10" creationId="{BD3B2608-B73E-2222-929F-E16A4D14D06F}"/>
          </ac:spMkLst>
        </pc:spChg>
        <pc:spChg chg="add del mod">
          <ac:chgData name="Ariel Sebastian Farelas Lazaro" userId="1a9187d6-15d9-4228-a7e1-8dd89972ed52" providerId="ADAL" clId="{ABF8FA7D-0CDC-8347-948B-77EC71D540BF}" dt="2025-08-12T01:40:58.523" v="564" actId="478"/>
          <ac:spMkLst>
            <pc:docMk/>
            <pc:sldMk cId="0" sldId="257"/>
            <ac:spMk id="11" creationId="{ABC0B747-ECD3-73CE-842C-4F14AB4A1B56}"/>
          </ac:spMkLst>
        </pc:spChg>
        <pc:spChg chg="add mod">
          <ac:chgData name="Ariel Sebastian Farelas Lazaro" userId="1a9187d6-15d9-4228-a7e1-8dd89972ed52" providerId="ADAL" clId="{ABF8FA7D-0CDC-8347-948B-77EC71D540BF}" dt="2025-08-12T01:39:06.110" v="442" actId="20577"/>
          <ac:spMkLst>
            <pc:docMk/>
            <pc:sldMk cId="0" sldId="257"/>
            <ac:spMk id="12" creationId="{FE7D0640-5107-0B5C-1F3A-9D65FA7DA8B6}"/>
          </ac:spMkLst>
        </pc:spChg>
        <pc:spChg chg="add mod">
          <ac:chgData name="Ariel Sebastian Farelas Lazaro" userId="1a9187d6-15d9-4228-a7e1-8dd89972ed52" providerId="ADAL" clId="{ABF8FA7D-0CDC-8347-948B-77EC71D540BF}" dt="2025-08-12T01:39:30.401" v="463" actId="20577"/>
          <ac:spMkLst>
            <pc:docMk/>
            <pc:sldMk cId="0" sldId="257"/>
            <ac:spMk id="13" creationId="{FA1FB505-0F13-B932-AD94-AACFA23407BB}"/>
          </ac:spMkLst>
        </pc:spChg>
        <pc:spChg chg="mod">
          <ac:chgData name="Ariel Sebastian Farelas Lazaro" userId="1a9187d6-15d9-4228-a7e1-8dd89972ed52" providerId="ADAL" clId="{ABF8FA7D-0CDC-8347-948B-77EC71D540BF}" dt="2025-08-12T01:33:04.805" v="250" actId="20577"/>
          <ac:spMkLst>
            <pc:docMk/>
            <pc:sldMk cId="0" sldId="257"/>
            <ac:spMk id="48" creationId="{00000000-0000-0000-0000-000000000000}"/>
          </ac:spMkLst>
        </pc:spChg>
        <pc:spChg chg="mod">
          <ac:chgData name="Ariel Sebastian Farelas Lazaro" userId="1a9187d6-15d9-4228-a7e1-8dd89972ed52" providerId="ADAL" clId="{ABF8FA7D-0CDC-8347-948B-77EC71D540BF}" dt="2025-08-12T01:33:27.320" v="266" actId="20577"/>
          <ac:spMkLst>
            <pc:docMk/>
            <pc:sldMk cId="0" sldId="257"/>
            <ac:spMk id="49" creationId="{00000000-0000-0000-0000-000000000000}"/>
          </ac:spMkLst>
        </pc:spChg>
        <pc:spChg chg="mod">
          <ac:chgData name="Ariel Sebastian Farelas Lazaro" userId="1a9187d6-15d9-4228-a7e1-8dd89972ed52" providerId="ADAL" clId="{ABF8FA7D-0CDC-8347-948B-77EC71D540BF}" dt="2025-08-12T01:33:35.166" v="284" actId="20577"/>
          <ac:spMkLst>
            <pc:docMk/>
            <pc:sldMk cId="0" sldId="257"/>
            <ac:spMk id="50" creationId="{00000000-0000-0000-0000-000000000000}"/>
          </ac:spMkLst>
        </pc:spChg>
        <pc:spChg chg="mod">
          <ac:chgData name="Ariel Sebastian Farelas Lazaro" userId="1a9187d6-15d9-4228-a7e1-8dd89972ed52" providerId="ADAL" clId="{ABF8FA7D-0CDC-8347-948B-77EC71D540BF}" dt="2025-08-12T01:34:53.377" v="358" actId="20577"/>
          <ac:spMkLst>
            <pc:docMk/>
            <pc:sldMk cId="0" sldId="257"/>
            <ac:spMk id="53" creationId="{00000000-0000-0000-0000-000000000000}"/>
          </ac:spMkLst>
        </pc:spChg>
        <pc:spChg chg="mod">
          <ac:chgData name="Ariel Sebastian Farelas Lazaro" userId="1a9187d6-15d9-4228-a7e1-8dd89972ed52" providerId="ADAL" clId="{ABF8FA7D-0CDC-8347-948B-77EC71D540BF}" dt="2025-08-12T01:35:04.955" v="378" actId="20577"/>
          <ac:spMkLst>
            <pc:docMk/>
            <pc:sldMk cId="0" sldId="257"/>
            <ac:spMk id="54" creationId="{00000000-0000-0000-0000-000000000000}"/>
          </ac:spMkLst>
        </pc:spChg>
        <pc:spChg chg="mod">
          <ac:chgData name="Ariel Sebastian Farelas Lazaro" userId="1a9187d6-15d9-4228-a7e1-8dd89972ed52" providerId="ADAL" clId="{ABF8FA7D-0CDC-8347-948B-77EC71D540BF}" dt="2025-08-12T01:34:32.121" v="309" actId="20577"/>
          <ac:spMkLst>
            <pc:docMk/>
            <pc:sldMk cId="0" sldId="257"/>
            <ac:spMk id="57" creationId="{00000000-0000-0000-0000-000000000000}"/>
          </ac:spMkLst>
        </pc:spChg>
        <pc:spChg chg="mod">
          <ac:chgData name="Ariel Sebastian Farelas Lazaro" userId="1a9187d6-15d9-4228-a7e1-8dd89972ed52" providerId="ADAL" clId="{ABF8FA7D-0CDC-8347-948B-77EC71D540BF}" dt="2025-08-12T01:34:41.916" v="337" actId="20577"/>
          <ac:spMkLst>
            <pc:docMk/>
            <pc:sldMk cId="0" sldId="257"/>
            <ac:spMk id="58" creationId="{00000000-0000-0000-0000-000000000000}"/>
          </ac:spMkLst>
        </pc:spChg>
        <pc:cxnChg chg="add mod">
          <ac:chgData name="Ariel Sebastian Farelas Lazaro" userId="1a9187d6-15d9-4228-a7e1-8dd89972ed52" providerId="ADAL" clId="{ABF8FA7D-0CDC-8347-948B-77EC71D540BF}" dt="2025-08-12T01:36:42.679" v="391" actId="14100"/>
          <ac:cxnSpMkLst>
            <pc:docMk/>
            <pc:sldMk cId="0" sldId="257"/>
            <ac:cxnSpMk id="15" creationId="{18943B2B-68A7-93FB-BA6C-6C4082422435}"/>
          </ac:cxnSpMkLst>
        </pc:cxnChg>
        <pc:cxnChg chg="add mod">
          <ac:chgData name="Ariel Sebastian Farelas Lazaro" userId="1a9187d6-15d9-4228-a7e1-8dd89972ed52" providerId="ADAL" clId="{ABF8FA7D-0CDC-8347-948B-77EC71D540BF}" dt="2025-08-12T01:37:02.989" v="394" actId="14100"/>
          <ac:cxnSpMkLst>
            <pc:docMk/>
            <pc:sldMk cId="0" sldId="257"/>
            <ac:cxnSpMk id="17" creationId="{ACAB08CB-C1DC-C94A-89A5-76B614EEF3AB}"/>
          </ac:cxnSpMkLst>
        </pc:cxnChg>
        <pc:cxnChg chg="add mod">
          <ac:chgData name="Ariel Sebastian Farelas Lazaro" userId="1a9187d6-15d9-4228-a7e1-8dd89972ed52" providerId="ADAL" clId="{ABF8FA7D-0CDC-8347-948B-77EC71D540BF}" dt="2025-08-12T01:37:16.111" v="398" actId="14100"/>
          <ac:cxnSpMkLst>
            <pc:docMk/>
            <pc:sldMk cId="0" sldId="257"/>
            <ac:cxnSpMk id="20" creationId="{9DD798E1-E225-7890-B168-EBE4790B1B4A}"/>
          </ac:cxnSpMkLst>
        </pc:cxnChg>
        <pc:cxnChg chg="add mod">
          <ac:chgData name="Ariel Sebastian Farelas Lazaro" userId="1a9187d6-15d9-4228-a7e1-8dd89972ed52" providerId="ADAL" clId="{ABF8FA7D-0CDC-8347-948B-77EC71D540BF}" dt="2025-08-12T01:37:27.589" v="402" actId="14100"/>
          <ac:cxnSpMkLst>
            <pc:docMk/>
            <pc:sldMk cId="0" sldId="257"/>
            <ac:cxnSpMk id="23" creationId="{2678207D-9FDB-6BDF-F7F8-E850B9719B54}"/>
          </ac:cxnSpMkLst>
        </pc:cxnChg>
        <pc:cxnChg chg="add mod">
          <ac:chgData name="Ariel Sebastian Farelas Lazaro" userId="1a9187d6-15d9-4228-a7e1-8dd89972ed52" providerId="ADAL" clId="{ABF8FA7D-0CDC-8347-948B-77EC71D540BF}" dt="2025-08-12T01:37:48.996" v="406" actId="14100"/>
          <ac:cxnSpMkLst>
            <pc:docMk/>
            <pc:sldMk cId="0" sldId="257"/>
            <ac:cxnSpMk id="26" creationId="{366D821C-8749-E86A-4FA7-5C8680936623}"/>
          </ac:cxnSpMkLst>
        </pc:cxnChg>
        <pc:cxnChg chg="add mod">
          <ac:chgData name="Ariel Sebastian Farelas Lazaro" userId="1a9187d6-15d9-4228-a7e1-8dd89972ed52" providerId="ADAL" clId="{ABF8FA7D-0CDC-8347-948B-77EC71D540BF}" dt="2025-08-12T01:38:11.454" v="411" actId="1076"/>
          <ac:cxnSpMkLst>
            <pc:docMk/>
            <pc:sldMk cId="0" sldId="257"/>
            <ac:cxnSpMk id="29" creationId="{9827F612-14E3-340E-FEA4-1588A1EC30FF}"/>
          </ac:cxnSpMkLst>
        </pc:cxnChg>
        <pc:cxnChg chg="add del mod">
          <ac:chgData name="Ariel Sebastian Farelas Lazaro" userId="1a9187d6-15d9-4228-a7e1-8dd89972ed52" providerId="ADAL" clId="{ABF8FA7D-0CDC-8347-948B-77EC71D540BF}" dt="2025-08-12T01:40:58.523" v="564" actId="478"/>
          <ac:cxnSpMkLst>
            <pc:docMk/>
            <pc:sldMk cId="0" sldId="257"/>
            <ac:cxnSpMk id="33" creationId="{F7704301-301B-7724-B488-017628C0E394}"/>
          </ac:cxnSpMkLst>
        </pc:cxnChg>
        <pc:cxnChg chg="add del mod">
          <ac:chgData name="Ariel Sebastian Farelas Lazaro" userId="1a9187d6-15d9-4228-a7e1-8dd89972ed52" providerId="ADAL" clId="{ABF8FA7D-0CDC-8347-948B-77EC71D540BF}" dt="2025-08-12T01:40:58.523" v="564" actId="478"/>
          <ac:cxnSpMkLst>
            <pc:docMk/>
            <pc:sldMk cId="0" sldId="257"/>
            <ac:cxnSpMk id="36" creationId="{18BB0E60-83E3-4F0E-BCF7-55916A16AAC4}"/>
          </ac:cxnSpMkLst>
        </pc:cxnChg>
        <pc:cxnChg chg="mod">
          <ac:chgData name="Ariel Sebastian Farelas Lazaro" userId="1a9187d6-15d9-4228-a7e1-8dd89972ed52" providerId="ADAL" clId="{ABF8FA7D-0CDC-8347-948B-77EC71D540BF}" dt="2025-08-12T01:31:43.172" v="242" actId="1076"/>
          <ac:cxnSpMkLst>
            <pc:docMk/>
            <pc:sldMk cId="0" sldId="257"/>
            <ac:cxnSpMk id="51" creationId="{00000000-0000-0000-0000-000000000000}"/>
          </ac:cxnSpMkLst>
        </pc:cxnChg>
        <pc:cxnChg chg="mod">
          <ac:chgData name="Ariel Sebastian Farelas Lazaro" userId="1a9187d6-15d9-4228-a7e1-8dd89972ed52" providerId="ADAL" clId="{ABF8FA7D-0CDC-8347-948B-77EC71D540BF}" dt="2025-08-12T01:31:43.172" v="242" actId="1076"/>
          <ac:cxnSpMkLst>
            <pc:docMk/>
            <pc:sldMk cId="0" sldId="257"/>
            <ac:cxnSpMk id="52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>
            <a:spLocks noGrp="1"/>
          </p:cNvSpPr>
          <p:nvPr>
            <p:ph type="title"/>
          </p:nvPr>
        </p:nvSpPr>
        <p:spPr>
          <a:xfrm>
            <a:off x="171451" y="230188"/>
            <a:ext cx="8618537" cy="29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1900"/>
              <a:t>Issue Tree Template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71451" y="17463"/>
            <a:ext cx="259365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STRUCTURED FOUNDATIONS</a:t>
            </a:r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270" y="832713"/>
            <a:ext cx="9143461" cy="472802"/>
            <a:chOff x="0" y="816135"/>
            <a:chExt cx="8961438" cy="463390"/>
          </a:xfrm>
        </p:grpSpPr>
        <p:sp>
          <p:nvSpPr>
            <p:cNvPr id="40" name="Google Shape;40;p2"/>
            <p:cNvSpPr/>
            <p:nvPr/>
          </p:nvSpPr>
          <p:spPr>
            <a:xfrm>
              <a:off x="0" y="816135"/>
              <a:ext cx="8961438" cy="463390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" name="Google Shape;41;p2"/>
            <p:cNvCxnSpPr/>
            <p:nvPr/>
          </p:nvCxnSpPr>
          <p:spPr>
            <a:xfrm>
              <a:off x="0" y="816135"/>
              <a:ext cx="8961438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2" name="Google Shape;42;p2"/>
          <p:cNvGrpSpPr/>
          <p:nvPr/>
        </p:nvGrpSpPr>
        <p:grpSpPr>
          <a:xfrm>
            <a:off x="6633337" y="6503004"/>
            <a:ext cx="2044403" cy="226731"/>
            <a:chOff x="6633337" y="6503004"/>
            <a:chExt cx="2044403" cy="226731"/>
          </a:xfrm>
        </p:grpSpPr>
        <p:sp>
          <p:nvSpPr>
            <p:cNvPr id="43" name="Google Shape;43;p2"/>
            <p:cNvSpPr/>
            <p:nvPr/>
          </p:nvSpPr>
          <p:spPr>
            <a:xfrm>
              <a:off x="6633337" y="6524418"/>
              <a:ext cx="432048" cy="205317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028512" y="6513711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452320" y="6503004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846662" y="6508081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245692" y="6503004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2"/>
          <p:cNvSpPr/>
          <p:nvPr/>
        </p:nvSpPr>
        <p:spPr>
          <a:xfrm>
            <a:off x="171451" y="2366171"/>
            <a:ext cx="1518070" cy="2329373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can we reduce the number of return shipment items by at least 25% through reductions in either premium or non-premium shipping mode returns by 31st December 2022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316153" y="2325543"/>
            <a:ext cx="1518070" cy="47280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Corporate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316153" y="4427855"/>
            <a:ext cx="1518070" cy="47280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Non-corporate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2"/>
          <p:cNvCxnSpPr>
            <a:cxnSpLocks/>
            <a:stCxn id="48" idx="3"/>
            <a:endCxn id="49" idx="1"/>
          </p:cNvCxnSpPr>
          <p:nvPr/>
        </p:nvCxnSpPr>
        <p:spPr>
          <a:xfrm flipV="1">
            <a:off x="1689521" y="2561944"/>
            <a:ext cx="626632" cy="96891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52;p2"/>
          <p:cNvCxnSpPr>
            <a:cxnSpLocks/>
            <a:stCxn id="48" idx="3"/>
            <a:endCxn id="50" idx="1"/>
          </p:cNvCxnSpPr>
          <p:nvPr/>
        </p:nvCxnSpPr>
        <p:spPr>
          <a:xfrm>
            <a:off x="1689521" y="3530858"/>
            <a:ext cx="626632" cy="113339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2"/>
          <p:cNvSpPr/>
          <p:nvPr/>
        </p:nvSpPr>
        <p:spPr>
          <a:xfrm>
            <a:off x="4430577" y="1517462"/>
            <a:ext cx="1518070" cy="47280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Office technology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430577" y="3051805"/>
            <a:ext cx="1518070" cy="47280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Office furniture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2"/>
          <p:cNvCxnSpPr>
            <a:stCxn id="49" idx="3"/>
            <a:endCxn id="53" idx="1"/>
          </p:cNvCxnSpPr>
          <p:nvPr/>
        </p:nvCxnSpPr>
        <p:spPr>
          <a:xfrm rot="10800000" flipH="1">
            <a:off x="3834223" y="1753744"/>
            <a:ext cx="596400" cy="808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" name="Google Shape;56;p2"/>
          <p:cNvCxnSpPr>
            <a:stCxn id="49" idx="3"/>
            <a:endCxn id="54" idx="1"/>
          </p:cNvCxnSpPr>
          <p:nvPr/>
        </p:nvCxnSpPr>
        <p:spPr>
          <a:xfrm>
            <a:off x="3834223" y="2561944"/>
            <a:ext cx="596400" cy="72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p2"/>
          <p:cNvSpPr/>
          <p:nvPr/>
        </p:nvSpPr>
        <p:spPr>
          <a:xfrm>
            <a:off x="4430577" y="3610434"/>
            <a:ext cx="1518070" cy="47280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Perishable goods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430577" y="5144777"/>
            <a:ext cx="1518070" cy="47280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Non-perishable goods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2"/>
          <p:cNvCxnSpPr/>
          <p:nvPr/>
        </p:nvCxnSpPr>
        <p:spPr>
          <a:xfrm rot="10800000" flipH="1">
            <a:off x="3834223" y="3887344"/>
            <a:ext cx="596400" cy="808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"/>
          <p:cNvCxnSpPr/>
          <p:nvPr/>
        </p:nvCxnSpPr>
        <p:spPr>
          <a:xfrm>
            <a:off x="3834223" y="4695544"/>
            <a:ext cx="596400" cy="72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9FEB23D-E86A-1ED4-F346-72F701A7A018}"/>
              </a:ext>
            </a:extLst>
          </p:cNvPr>
          <p:cNvSpPr/>
          <p:nvPr/>
        </p:nvSpPr>
        <p:spPr>
          <a:xfrm>
            <a:off x="6178532" y="1064113"/>
            <a:ext cx="1511913" cy="56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Handheld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A66FFD-74F5-2A9F-E263-D7CE1090FEEA}"/>
              </a:ext>
            </a:extLst>
          </p:cNvPr>
          <p:cNvSpPr/>
          <p:nvPr/>
        </p:nvSpPr>
        <p:spPr>
          <a:xfrm>
            <a:off x="6191784" y="1758455"/>
            <a:ext cx="1511913" cy="56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Non-handheld technology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14F655-7B13-31A6-8A2B-2E15004F56C9}"/>
              </a:ext>
            </a:extLst>
          </p:cNvPr>
          <p:cNvSpPr/>
          <p:nvPr/>
        </p:nvSpPr>
        <p:spPr>
          <a:xfrm>
            <a:off x="6178532" y="2451114"/>
            <a:ext cx="1511913" cy="56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Fully assembled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9A5F9-F050-E965-1009-0DAA8828CD2C}"/>
              </a:ext>
            </a:extLst>
          </p:cNvPr>
          <p:cNvSpPr/>
          <p:nvPr/>
        </p:nvSpPr>
        <p:spPr>
          <a:xfrm>
            <a:off x="6191784" y="3145456"/>
            <a:ext cx="1511913" cy="56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assembled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7D0640-5107-0B5C-1F3A-9D65FA7DA8B6}"/>
              </a:ext>
            </a:extLst>
          </p:cNvPr>
          <p:cNvSpPr/>
          <p:nvPr/>
        </p:nvSpPr>
        <p:spPr>
          <a:xfrm>
            <a:off x="6183130" y="3756094"/>
            <a:ext cx="1511913" cy="56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Long life good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1FB505-0F13-B932-AD94-AACFA23407BB}"/>
              </a:ext>
            </a:extLst>
          </p:cNvPr>
          <p:cNvSpPr/>
          <p:nvPr/>
        </p:nvSpPr>
        <p:spPr>
          <a:xfrm>
            <a:off x="6178532" y="4412000"/>
            <a:ext cx="1511913" cy="56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Short life goods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943B2B-68A7-93FB-BA6C-6C4082422435}"/>
              </a:ext>
            </a:extLst>
          </p:cNvPr>
          <p:cNvCxnSpPr>
            <a:cxnSpLocks/>
            <a:stCxn id="53" idx="3"/>
            <a:endCxn id="6" idx="1"/>
          </p:cNvCxnSpPr>
          <p:nvPr/>
        </p:nvCxnSpPr>
        <p:spPr>
          <a:xfrm flipV="1">
            <a:off x="5948647" y="1347657"/>
            <a:ext cx="229885" cy="406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AB08CB-C1DC-C94A-89A5-76B614EEF3AB}"/>
              </a:ext>
            </a:extLst>
          </p:cNvPr>
          <p:cNvCxnSpPr>
            <a:cxnSpLocks/>
            <a:stCxn id="53" idx="3"/>
            <a:endCxn id="7" idx="1"/>
          </p:cNvCxnSpPr>
          <p:nvPr/>
        </p:nvCxnSpPr>
        <p:spPr>
          <a:xfrm>
            <a:off x="5948647" y="1753863"/>
            <a:ext cx="243137" cy="288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D798E1-E225-7890-B168-EBE4790B1B4A}"/>
              </a:ext>
            </a:extLst>
          </p:cNvPr>
          <p:cNvCxnSpPr>
            <a:cxnSpLocks/>
            <a:stCxn id="54" idx="3"/>
            <a:endCxn id="8" idx="1"/>
          </p:cNvCxnSpPr>
          <p:nvPr/>
        </p:nvCxnSpPr>
        <p:spPr>
          <a:xfrm flipV="1">
            <a:off x="5948647" y="2734658"/>
            <a:ext cx="229885" cy="553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78207D-9FDB-6BDF-F7F8-E850B9719B54}"/>
              </a:ext>
            </a:extLst>
          </p:cNvPr>
          <p:cNvCxnSpPr>
            <a:cxnSpLocks/>
            <a:stCxn id="54" idx="3"/>
            <a:endCxn id="9" idx="1"/>
          </p:cNvCxnSpPr>
          <p:nvPr/>
        </p:nvCxnSpPr>
        <p:spPr>
          <a:xfrm>
            <a:off x="5948647" y="3288206"/>
            <a:ext cx="243137" cy="140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6D821C-8749-E86A-4FA7-5C8680936623}"/>
              </a:ext>
            </a:extLst>
          </p:cNvPr>
          <p:cNvCxnSpPr>
            <a:cxnSpLocks/>
            <a:stCxn id="57" idx="3"/>
            <a:endCxn id="12" idx="1"/>
          </p:cNvCxnSpPr>
          <p:nvPr/>
        </p:nvCxnSpPr>
        <p:spPr>
          <a:xfrm>
            <a:off x="5948647" y="3846835"/>
            <a:ext cx="234483" cy="1928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827F612-14E3-340E-FEA4-1588A1EC30FF}"/>
              </a:ext>
            </a:extLst>
          </p:cNvPr>
          <p:cNvCxnSpPr>
            <a:cxnSpLocks/>
            <a:stCxn id="57" idx="3"/>
            <a:endCxn id="13" idx="1"/>
          </p:cNvCxnSpPr>
          <p:nvPr/>
        </p:nvCxnSpPr>
        <p:spPr>
          <a:xfrm>
            <a:off x="5948647" y="3846835"/>
            <a:ext cx="229885" cy="848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64</Words>
  <Application>Microsoft Macintosh PowerPoint</Application>
  <PresentationFormat>On-screen Show (4:3)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Quattrocento Sans</vt:lpstr>
      <vt:lpstr>Synergy_CF_YNR002</vt:lpstr>
      <vt:lpstr>Issue Tree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Hui, Chris</dc:creator>
  <cp:lastModifiedBy>Ariel Sebastian Farelas Lazaro</cp:lastModifiedBy>
  <cp:revision>1</cp:revision>
  <dcterms:created xsi:type="dcterms:W3CDTF">2019-05-15T15:57:18Z</dcterms:created>
  <dcterms:modified xsi:type="dcterms:W3CDTF">2025-08-12T01:41:08Z</dcterms:modified>
</cp:coreProperties>
</file>
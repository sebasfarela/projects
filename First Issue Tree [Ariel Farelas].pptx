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gvaUK0MO4zuZjiRXaexIoR19B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C8052-FCE4-F84E-BDCA-476CE3758B10}" v="1" dt="2025-08-12T00:50:43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635"/>
  </p:normalViewPr>
  <p:slideViewPr>
    <p:cSldViewPr snapToGrid="0">
      <p:cViewPr varScale="1">
        <p:scale>
          <a:sx n="97" d="100"/>
          <a:sy n="97" d="100"/>
        </p:scale>
        <p:origin x="2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686C8052-FCE4-F84E-BDCA-476CE3758B10}"/>
    <pc:docChg chg="delSld modSld">
      <pc:chgData name="Ariel Sebastian Farelas Lazaro" userId="1a9187d6-15d9-4228-a7e1-8dd89972ed52" providerId="ADAL" clId="{686C8052-FCE4-F84E-BDCA-476CE3758B10}" dt="2025-08-12T01:14:27.552" v="334" actId="14100"/>
      <pc:docMkLst>
        <pc:docMk/>
      </pc:docMkLst>
      <pc:sldChg chg="del">
        <pc:chgData name="Ariel Sebastian Farelas Lazaro" userId="1a9187d6-15d9-4228-a7e1-8dd89972ed52" providerId="ADAL" clId="{686C8052-FCE4-F84E-BDCA-476CE3758B10}" dt="2025-08-12T00:50:21.559" v="0" actId="2696"/>
        <pc:sldMkLst>
          <pc:docMk/>
          <pc:sldMk cId="0" sldId="256"/>
        </pc:sldMkLst>
      </pc:sldChg>
      <pc:sldChg chg="modSp mod">
        <pc:chgData name="Ariel Sebastian Farelas Lazaro" userId="1a9187d6-15d9-4228-a7e1-8dd89972ed52" providerId="ADAL" clId="{686C8052-FCE4-F84E-BDCA-476CE3758B10}" dt="2025-08-12T01:14:27.552" v="334" actId="14100"/>
        <pc:sldMkLst>
          <pc:docMk/>
          <pc:sldMk cId="0" sldId="257"/>
        </pc:sldMkLst>
        <pc:spChg chg="mod">
          <ac:chgData name="Ariel Sebastian Farelas Lazaro" userId="1a9187d6-15d9-4228-a7e1-8dd89972ed52" providerId="ADAL" clId="{686C8052-FCE4-F84E-BDCA-476CE3758B10}" dt="2025-08-12T00:52:25.720" v="3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0:57:07.852" v="42" actId="14100"/>
          <ac:spMkLst>
            <pc:docMk/>
            <pc:sldMk cId="0" sldId="257"/>
            <ac:spMk id="49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0:57:25.813" v="77" actId="14100"/>
          <ac:spMkLst>
            <pc:docMk/>
            <pc:sldMk cId="0" sldId="257"/>
            <ac:spMk id="50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0:58:23.581" v="117" actId="14100"/>
          <ac:spMkLst>
            <pc:docMk/>
            <pc:sldMk cId="0" sldId="257"/>
            <ac:spMk id="53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1:14:22.062" v="333" actId="20577"/>
          <ac:spMkLst>
            <pc:docMk/>
            <pc:sldMk cId="0" sldId="257"/>
            <ac:spMk id="54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1:14:27.552" v="334" actId="14100"/>
          <ac:spMkLst>
            <pc:docMk/>
            <pc:sldMk cId="0" sldId="257"/>
            <ac:spMk id="57" creationId="{00000000-0000-0000-0000-000000000000}"/>
          </ac:spMkLst>
        </pc:spChg>
        <pc:spChg chg="mod">
          <ac:chgData name="Ariel Sebastian Farelas Lazaro" userId="1a9187d6-15d9-4228-a7e1-8dd89972ed52" providerId="ADAL" clId="{686C8052-FCE4-F84E-BDCA-476CE3758B10}" dt="2025-08-12T01:13:23.271" v="327" actId="14100"/>
          <ac:spMkLst>
            <pc:docMk/>
            <pc:sldMk cId="0" sldId="257"/>
            <ac:spMk id="58" creationId="{00000000-0000-0000-0000-000000000000}"/>
          </ac:spMkLst>
        </pc:spChg>
        <pc:cxnChg chg="mod">
          <ac:chgData name="Ariel Sebastian Farelas Lazaro" userId="1a9187d6-15d9-4228-a7e1-8dd89972ed52" providerId="ADAL" clId="{686C8052-FCE4-F84E-BDCA-476CE3758B10}" dt="2025-08-12T00:57:07.852" v="42" actId="14100"/>
          <ac:cxnSpMkLst>
            <pc:docMk/>
            <pc:sldMk cId="0" sldId="257"/>
            <ac:cxnSpMk id="51" creationId="{00000000-0000-0000-0000-000000000000}"/>
          </ac:cxnSpMkLst>
        </pc:cxnChg>
        <pc:cxnChg chg="mod">
          <ac:chgData name="Ariel Sebastian Farelas Lazaro" userId="1a9187d6-15d9-4228-a7e1-8dd89972ed52" providerId="ADAL" clId="{686C8052-FCE4-F84E-BDCA-476CE3758B10}" dt="2025-08-12T00:57:25.813" v="77" actId="14100"/>
          <ac:cxnSpMkLst>
            <pc:docMk/>
            <pc:sldMk cId="0" sldId="257"/>
            <ac:cxnSpMk id="52" creationId="{00000000-0000-0000-0000-000000000000}"/>
          </ac:cxnSpMkLst>
        </pc:cxnChg>
        <pc:cxnChg chg="mod">
          <ac:chgData name="Ariel Sebastian Farelas Lazaro" userId="1a9187d6-15d9-4228-a7e1-8dd89972ed52" providerId="ADAL" clId="{686C8052-FCE4-F84E-BDCA-476CE3758B10}" dt="2025-08-12T00:58:23.581" v="117" actId="14100"/>
          <ac:cxnSpMkLst>
            <pc:docMk/>
            <pc:sldMk cId="0" sldId="257"/>
            <ac:cxnSpMk id="55" creationId="{00000000-0000-0000-0000-000000000000}"/>
          </ac:cxnSpMkLst>
        </pc:cxnChg>
        <pc:cxnChg chg="mod">
          <ac:chgData name="Ariel Sebastian Farelas Lazaro" userId="1a9187d6-15d9-4228-a7e1-8dd89972ed52" providerId="ADAL" clId="{686C8052-FCE4-F84E-BDCA-476CE3758B10}" dt="2025-08-12T00:59:11.098" v="181" actId="14100"/>
          <ac:cxnSpMkLst>
            <pc:docMk/>
            <pc:sldMk cId="0" sldId="257"/>
            <ac:cxnSpMk id="56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>
            <a:spLocks noGrp="1"/>
          </p:cNvSpPr>
          <p:nvPr>
            <p:ph type="title"/>
          </p:nvPr>
        </p:nvSpPr>
        <p:spPr>
          <a:xfrm>
            <a:off x="171451" y="230188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1900" dirty="0"/>
              <a:t>Issue Tree Template</a:t>
            </a:r>
            <a:endParaRPr dirty="0"/>
          </a:p>
        </p:txBody>
      </p:sp>
      <p:sp>
        <p:nvSpPr>
          <p:cNvPr id="38" name="Google Shape;38;p2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270" y="832713"/>
            <a:ext cx="9143461" cy="472802"/>
            <a:chOff x="0" y="816135"/>
            <a:chExt cx="8961438" cy="463390"/>
          </a:xfrm>
        </p:grpSpPr>
        <p:sp>
          <p:nvSpPr>
            <p:cNvPr id="40" name="Google Shape;40;p2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" name="Google Shape;41;p2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2" name="Google Shape;42;p2"/>
          <p:cNvGrpSpPr/>
          <p:nvPr/>
        </p:nvGrpSpPr>
        <p:grpSpPr>
          <a:xfrm>
            <a:off x="6633337" y="6503004"/>
            <a:ext cx="2044403" cy="226731"/>
            <a:chOff x="6633337" y="6503004"/>
            <a:chExt cx="2044403" cy="226731"/>
          </a:xfrm>
        </p:grpSpPr>
        <p:sp>
          <p:nvSpPr>
            <p:cNvPr id="43" name="Google Shape;43;p2"/>
            <p:cNvSpPr/>
            <p:nvPr/>
          </p:nvSpPr>
          <p:spPr>
            <a:xfrm>
              <a:off x="6633337" y="6524418"/>
              <a:ext cx="432048" cy="205317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028512" y="651371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452320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46662" y="650808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245692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171451" y="2265653"/>
            <a:ext cx="1518070" cy="292044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1400"/>
            </a:pPr>
            <a:r>
              <a:rPr lang="en-AU" sz="1200" b="1" dirty="0"/>
              <a:t>How can X Labs USA increase general revenue from ”Chemical Y” for at least 15% in the next 2 years by increasing the production and outreach without affecting the production of the other brand products with more time on the market?  </a:t>
            </a:r>
          </a:p>
        </p:txBody>
      </p:sp>
      <p:sp>
        <p:nvSpPr>
          <p:cNvPr id="49" name="Google Shape;49;p2"/>
          <p:cNvSpPr/>
          <p:nvPr/>
        </p:nvSpPr>
        <p:spPr>
          <a:xfrm>
            <a:off x="2316153" y="2325543"/>
            <a:ext cx="1518070" cy="623422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Increased production of Chemical X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316153" y="4427854"/>
            <a:ext cx="1518070" cy="623421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Decreased production of chemical X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2"/>
          <p:cNvCxnSpPr>
            <a:cxnSpLocks/>
            <a:stCxn id="48" idx="3"/>
            <a:endCxn id="49" idx="1"/>
          </p:cNvCxnSpPr>
          <p:nvPr/>
        </p:nvCxnSpPr>
        <p:spPr>
          <a:xfrm flipV="1">
            <a:off x="1689521" y="2637254"/>
            <a:ext cx="626632" cy="108862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2"/>
          <p:cNvCxnSpPr>
            <a:cxnSpLocks/>
            <a:stCxn id="48" idx="3"/>
            <a:endCxn id="50" idx="1"/>
          </p:cNvCxnSpPr>
          <p:nvPr/>
        </p:nvCxnSpPr>
        <p:spPr>
          <a:xfrm>
            <a:off x="1689521" y="3725877"/>
            <a:ext cx="626632" cy="101368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2"/>
          <p:cNvSpPr/>
          <p:nvPr/>
        </p:nvSpPr>
        <p:spPr>
          <a:xfrm>
            <a:off x="4430577" y="1517462"/>
            <a:ext cx="1518070" cy="52065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More offer of the product to the market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30577" y="2637254"/>
            <a:ext cx="1518070" cy="88735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More effort put only on chemical X and less on other brand products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2"/>
          <p:cNvCxnSpPr>
            <a:cxnSpLocks/>
            <a:stCxn id="49" idx="3"/>
            <a:endCxn id="53" idx="1"/>
          </p:cNvCxnSpPr>
          <p:nvPr/>
        </p:nvCxnSpPr>
        <p:spPr>
          <a:xfrm flipV="1">
            <a:off x="3834223" y="1777789"/>
            <a:ext cx="596354" cy="85946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2"/>
          <p:cNvCxnSpPr>
            <a:cxnSpLocks/>
            <a:stCxn id="49" idx="3"/>
            <a:endCxn id="54" idx="1"/>
          </p:cNvCxnSpPr>
          <p:nvPr/>
        </p:nvCxnSpPr>
        <p:spPr>
          <a:xfrm>
            <a:off x="3834223" y="2637254"/>
            <a:ext cx="596354" cy="44367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2"/>
          <p:cNvSpPr/>
          <p:nvPr/>
        </p:nvSpPr>
        <p:spPr>
          <a:xfrm>
            <a:off x="4430577" y="3610434"/>
            <a:ext cx="1518070" cy="108511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More facility space and effort towards production of other brand products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30577" y="5144776"/>
            <a:ext cx="1518070" cy="72629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6F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Less market visibility of Chemical X</a:t>
            </a:r>
            <a:endParaRPr sz="1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 rot="10800000" flipH="1">
            <a:off x="3834223" y="3887344"/>
            <a:ext cx="596400" cy="808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"/>
          <p:cNvCxnSpPr/>
          <p:nvPr/>
        </p:nvCxnSpPr>
        <p:spPr>
          <a:xfrm>
            <a:off x="3834223" y="4695544"/>
            <a:ext cx="596400" cy="72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94A5B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104</Words>
  <Application>Microsoft Macintosh PowerPoint</Application>
  <PresentationFormat>On-screen Show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Issue Tree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Hui, Chris</dc:creator>
  <cp:lastModifiedBy>Ariel Sebastian Farelas Lazaro</cp:lastModifiedBy>
  <cp:revision>1</cp:revision>
  <dcterms:created xsi:type="dcterms:W3CDTF">2019-05-15T15:57:18Z</dcterms:created>
  <dcterms:modified xsi:type="dcterms:W3CDTF">2025-08-12T01:14:30Z</dcterms:modified>
</cp:coreProperties>
</file>